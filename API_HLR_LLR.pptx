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8"/>
  </p:notesMasterIdLst>
  <p:sldIdLst>
    <p:sldId id="257" r:id="rId6"/>
    <p:sldId id="2147481984" r:id="rId7"/>
    <p:sldId id="2147481989" r:id="rId8"/>
    <p:sldId id="2147481998" r:id="rId9"/>
    <p:sldId id="2147483424" r:id="rId10"/>
    <p:sldId id="2147481999" r:id="rId11"/>
    <p:sldId id="2147481997" r:id="rId12"/>
    <p:sldId id="2147482000" r:id="rId13"/>
    <p:sldId id="2147483427" r:id="rId14"/>
    <p:sldId id="2147483428" r:id="rId15"/>
    <p:sldId id="2147483429" r:id="rId16"/>
    <p:sldId id="21474810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711549-BEAE-D871-187B-998F211ADE19}" name="Kitamura, Miho" initials="MK" userId="S::miho.kitamura@windriver.com::d8d24f8a-d505-4b1e-8e4b-d3b0f6ecf5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1E134-47F1-031E-6641-966758EB62EE}" v="2" dt="2026-01-18T16:57:02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hrel, Dipesh Kumar" userId="d5367646-ead6-4e36-8746-f79549f6dd90" providerId="ADAL" clId="{65D96552-5DCC-40BA-B642-65CDDB58C3E8}"/>
    <pc:docChg chg="modSld">
      <pc:chgData name="Pokhrel, Dipesh Kumar" userId="d5367646-ead6-4e36-8746-f79549f6dd90" providerId="ADAL" clId="{65D96552-5DCC-40BA-B642-65CDDB58C3E8}" dt="2026-01-16T06:45:32.469" v="11" actId="1076"/>
      <pc:docMkLst>
        <pc:docMk/>
      </pc:docMkLst>
      <pc:sldChg chg="modSp mod">
        <pc:chgData name="Pokhrel, Dipesh Kumar" userId="d5367646-ead6-4e36-8746-f79549f6dd90" providerId="ADAL" clId="{65D96552-5DCC-40BA-B642-65CDDB58C3E8}" dt="2026-01-16T06:45:32.469" v="11" actId="1076"/>
        <pc:sldMkLst>
          <pc:docMk/>
          <pc:sldMk cId="3381349217" sldId="257"/>
        </pc:sldMkLst>
        <pc:spChg chg="mod">
          <ac:chgData name="Pokhrel, Dipesh Kumar" userId="d5367646-ead6-4e36-8746-f79549f6dd90" providerId="ADAL" clId="{65D96552-5DCC-40BA-B642-65CDDB58C3E8}" dt="2026-01-16T06:45:32.469" v="11" actId="1076"/>
          <ac:spMkLst>
            <pc:docMk/>
            <pc:sldMk cId="3381349217" sldId="257"/>
            <ac:spMk id="2" creationId="{3ABAB9A7-31AC-3447-B006-1B85575C8D52}"/>
          </ac:spMkLst>
        </pc:spChg>
      </pc:sldChg>
    </pc:docChg>
  </pc:docChgLst>
  <pc:docChgLst>
    <pc:chgData name="Sambath, Sangeetha" userId="S::sangeetha.sambath@windriver.com::0db6539f-62cc-4ee2-867a-eb986eb81494" providerId="AD" clId="Web-{3EE1E134-47F1-031E-6641-966758EB62EE}"/>
    <pc:docChg chg="modSld">
      <pc:chgData name="Sambath, Sangeetha" userId="S::sangeetha.sambath@windriver.com::0db6539f-62cc-4ee2-867a-eb986eb81494" providerId="AD" clId="Web-{3EE1E134-47F1-031E-6641-966758EB62EE}" dt="2026-01-18T16:57:02.701" v="1" actId="1076"/>
      <pc:docMkLst>
        <pc:docMk/>
      </pc:docMkLst>
      <pc:sldChg chg="modSp">
        <pc:chgData name="Sambath, Sangeetha" userId="S::sangeetha.sambath@windriver.com::0db6539f-62cc-4ee2-867a-eb986eb81494" providerId="AD" clId="Web-{3EE1E134-47F1-031E-6641-966758EB62EE}" dt="2026-01-18T16:57:02.701" v="1" actId="1076"/>
        <pc:sldMkLst>
          <pc:docMk/>
          <pc:sldMk cId="3562498799" sldId="2147483427"/>
        </pc:sldMkLst>
        <pc:picChg chg="mod">
          <ac:chgData name="Sambath, Sangeetha" userId="S::sangeetha.sambath@windriver.com::0db6539f-62cc-4ee2-867a-eb986eb81494" providerId="AD" clId="Web-{3EE1E134-47F1-031E-6641-966758EB62EE}" dt="2026-01-18T16:57:02.701" v="1" actId="1076"/>
          <ac:picMkLst>
            <pc:docMk/>
            <pc:sldMk cId="3562498799" sldId="2147483427"/>
            <ac:picMk id="4" creationId="{0AEE23F5-4440-DA81-C1BB-F549C12ACE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83AC2-504C-471F-838C-C22C2935188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14C89-60C9-44AA-9080-0ADB80BD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4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Meeting objectives </a:t>
            </a:r>
          </a:p>
          <a:p>
            <a:pPr marL="228600" indent="-228600">
              <a:buAutoNum type="arabicParenR"/>
            </a:pPr>
            <a:r>
              <a:rPr lang="en-US"/>
              <a:t>Understand program framework</a:t>
            </a:r>
          </a:p>
          <a:p>
            <a:pPr marL="228600" indent="-228600">
              <a:buAutoNum type="arabicParenR"/>
            </a:pPr>
            <a:r>
              <a:rPr lang="en-US"/>
              <a:t>Understand your role in RTO program as site managers, ELT/SLT champions, and country people partners</a:t>
            </a:r>
          </a:p>
          <a:p>
            <a:pPr marL="228600" indent="-228600">
              <a:buAutoNum type="arabicParenR"/>
            </a:pPr>
            <a:r>
              <a:rPr lang="en-US"/>
              <a:t>Understand your next steps</a:t>
            </a:r>
          </a:p>
          <a:p>
            <a:pPr marL="0" indent="0">
              <a:buNone/>
            </a:pPr>
            <a:endParaRPr lang="en-US"/>
          </a:p>
          <a:p>
            <a:pPr marL="228600" indent="-228600">
              <a:buAutoNum type="arabicParenR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96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828C-4518-F1E3-63EE-E8589572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EB211-878C-C062-0D81-D74D0BC0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F1B36-8EDD-6107-6CBF-218FAE5DA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05151-8376-36DA-A583-FD01F4672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3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3706-5EF5-6D87-279C-BE6E92DD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9DC6B-578A-260D-7D05-B32CC5153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E3A91-7166-0532-5D68-7DF69F615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DB2BB-259A-8B02-FEB3-6B98ABCED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4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C7EE-4223-CCBF-8FEA-6CF79CEC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3AC38-5E1D-770A-B9C9-60581932F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765E9-D962-A956-ACD4-586C8F8D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3DA8C-E9BD-71AB-492A-94FE3DFA2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12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3319-6176-DDB3-122E-A13B89EA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1D025-946E-8935-9B86-B042F811D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10368-3CCE-1585-17DA-BA96D11EA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06DC0-D7B5-9210-D207-AB90E44C3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7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A424-08C1-FE24-009A-E35F84C9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366F0-2C15-0E32-752B-1A52E8284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FAD07-1AF0-DFAE-C826-B567BCD56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FD94A-A530-60DC-46A3-DA1EB29A1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07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01B07-DFA9-F83E-D07E-84C5580B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7B666-D96E-9BFD-45A1-8D691A932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0F57E-2EB8-BE3C-496E-924481C55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89278-C949-7F9B-32C4-DD3548C21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4C89-60C9-44AA-9080-0ADB80BDDE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17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indriversystems.sharepoint.com/sites/CreativeSvcs/ImageLibrary" TargetMode="External"/><Relationship Id="rId7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A2660-1EA2-0945-AFC0-48EA0FEEDAF2}"/>
              </a:ext>
            </a:extLst>
          </p:cNvPr>
          <p:cNvSpPr txBox="1"/>
          <p:nvPr userDrawn="1"/>
        </p:nvSpPr>
        <p:spPr>
          <a:xfrm>
            <a:off x="470080" y="6236842"/>
            <a:ext cx="2896947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/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2024 WIND RIVER, ALL RIGHTS RESERVED</a:t>
            </a:r>
          </a:p>
        </p:txBody>
      </p:sp>
      <p:pic>
        <p:nvPicPr>
          <p:cNvPr id="13" name="Picture 12" descr="A picture containing object, drawing, clock, light&#10;&#10;Description automatically generated">
            <a:extLst>
              <a:ext uri="{FF2B5EF4-FFF2-40B4-BE49-F238E27FC236}">
                <a16:creationId xmlns:a16="http://schemas.microsoft.com/office/drawing/2014/main" id="{A531EDC7-C9C7-A843-8636-C3E5098969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576" y="2448353"/>
            <a:ext cx="3238451" cy="129720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7F0B23-4784-7F4A-9BB6-BD9C69D614B2}"/>
              </a:ext>
            </a:extLst>
          </p:cNvPr>
          <p:cNvCxnSpPr/>
          <p:nvPr userDrawn="1"/>
        </p:nvCxnSpPr>
        <p:spPr>
          <a:xfrm>
            <a:off x="470080" y="3429000"/>
            <a:ext cx="5625921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C2DF4D4-06F7-2B4E-BBCC-7A35D086C4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182" y="3579963"/>
            <a:ext cx="5067032" cy="21273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WIND RIVER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2B6DC346-FE60-B740-B4A6-AD43C959A5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182" y="3812876"/>
            <a:ext cx="5067032" cy="18971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PERSONS NAME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96DC8CB5-6CF2-7F43-9839-128E1033B5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182" y="4045790"/>
            <a:ext cx="5067032" cy="1666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JOB TITLE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5BA35A42-67EC-4240-914E-B877DD7B24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82" y="4376410"/>
            <a:ext cx="5067032" cy="31919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18/01/2022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CC87E8C-EA4C-AC4B-A091-9EB2C4E342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761472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243790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Name and Speake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A2660-1EA2-0945-AFC0-48EA0FEEDAF2}"/>
              </a:ext>
            </a:extLst>
          </p:cNvPr>
          <p:cNvSpPr txBox="1"/>
          <p:nvPr userDrawn="1"/>
        </p:nvSpPr>
        <p:spPr>
          <a:xfrm>
            <a:off x="470080" y="6236842"/>
            <a:ext cx="2896947" cy="16923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/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7F0B23-4784-7F4A-9BB6-BD9C69D614B2}"/>
              </a:ext>
            </a:extLst>
          </p:cNvPr>
          <p:cNvCxnSpPr/>
          <p:nvPr userDrawn="1"/>
        </p:nvCxnSpPr>
        <p:spPr>
          <a:xfrm>
            <a:off x="470080" y="3429000"/>
            <a:ext cx="5625921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2B6DC346-FE60-B740-B4A6-AD43C959A5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182" y="3589356"/>
            <a:ext cx="5067032" cy="18971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PERSONS 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5BA35A42-67EC-4240-914E-B877DD7B24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82" y="3766810"/>
            <a:ext cx="5067032" cy="31919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400"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>
                <a:solidFill>
                  <a:srgbClr val="7272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CC87E8C-EA4C-AC4B-A091-9EB2C4E342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761472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4DB0863-66B0-1642-82FA-58CF5F1D50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1" y="2356712"/>
            <a:ext cx="7001520" cy="1106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HEADING IN HERE</a:t>
            </a:r>
          </a:p>
        </p:txBody>
      </p:sp>
      <p:pic>
        <p:nvPicPr>
          <p:cNvPr id="16" name="Picture 15" descr="A picture containing object, drawing, clock, light&#10;&#10;Description automatically generated">
            <a:extLst>
              <a:ext uri="{FF2B5EF4-FFF2-40B4-BE49-F238E27FC236}">
                <a16:creationId xmlns:a16="http://schemas.microsoft.com/office/drawing/2014/main" id="{0B4898D5-A105-C446-AE4F-4A6B8010D3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3286" y="2775442"/>
            <a:ext cx="3239295" cy="12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6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A2F78E1-85DC-B04A-9D68-A29AF6809325}"/>
              </a:ext>
            </a:extLst>
          </p:cNvPr>
          <p:cNvCxnSpPr/>
          <p:nvPr userDrawn="1"/>
        </p:nvCxnSpPr>
        <p:spPr>
          <a:xfrm>
            <a:off x="470080" y="3429000"/>
            <a:ext cx="5625921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C573C6-376D-054D-A020-D007128239D1}"/>
              </a:ext>
            </a:extLst>
          </p:cNvPr>
          <p:cNvSpPr txBox="1"/>
          <p:nvPr userDrawn="1"/>
        </p:nvSpPr>
        <p:spPr>
          <a:xfrm>
            <a:off x="455613" y="2986210"/>
            <a:ext cx="5638800" cy="445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063">
              <a:lnSpc>
                <a:spcPts val="2663"/>
              </a:lnSpc>
            </a:pPr>
            <a:r>
              <a:rPr lang="en-US" sz="3199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  <a:t>Agenda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CF7BD6-065A-5E41-B715-A1B9A447F253}"/>
              </a:ext>
            </a:extLst>
          </p:cNvPr>
          <p:cNvCxnSpPr/>
          <p:nvPr userDrawn="1"/>
        </p:nvCxnSpPr>
        <p:spPr>
          <a:xfrm>
            <a:off x="6095999" y="1197615"/>
            <a:ext cx="0" cy="4404598"/>
          </a:xfrm>
          <a:prstGeom prst="line">
            <a:avLst/>
          </a:prstGeom>
          <a:noFill/>
          <a:ln w="28575" cap="flat" cmpd="sng" algn="ctr">
            <a:solidFill>
              <a:srgbClr val="58E4D0"/>
            </a:solidFill>
            <a:prstDash val="solid"/>
            <a:miter lim="800000"/>
          </a:ln>
          <a:effectLst/>
        </p:spPr>
      </p:cxn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217E8-8DD0-764F-8071-C5963206CE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6815" y="1727309"/>
            <a:ext cx="4694264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Replace this agenda item with your own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AD6D1961-E872-3542-A3EC-80240B2B5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6815" y="1338146"/>
            <a:ext cx="4694264" cy="3229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30E4D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1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E9389F16-82B3-E748-9327-D13B531712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6815" y="3273611"/>
            <a:ext cx="4694264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Replace this agenda item with your own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9035349-781F-E642-B389-B5FEB4F59E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6815" y="2884448"/>
            <a:ext cx="4694264" cy="3229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30E4D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2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6815" y="4795954"/>
            <a:ext cx="4694264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Replace this agenda item with your own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B0D45F23-BF98-F54E-864A-DCF394458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6815" y="4406791"/>
            <a:ext cx="4694264" cy="3229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30E4D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1916CE1-8427-4987-B188-E838878C2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761472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191118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703" y="218649"/>
            <a:ext cx="11230467" cy="1049026"/>
          </a:xfrm>
          <a:prstGeom prst="rect">
            <a:avLst/>
          </a:prstGeom>
        </p:spPr>
        <p:txBody>
          <a:bodyPr lIns="0" tIns="108000" rIns="0" bIns="0" anchor="b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REPLACE THIS TITLE WITH YOUR OWN REPLACE THIS TITLE WITH YOUR OWN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339C85-45A3-4D49-A0BB-EA84D229E8B5}"/>
              </a:ext>
            </a:extLst>
          </p:cNvPr>
          <p:cNvCxnSpPr>
            <a:cxnSpLocks/>
          </p:cNvCxnSpPr>
          <p:nvPr userDrawn="1"/>
        </p:nvCxnSpPr>
        <p:spPr>
          <a:xfrm>
            <a:off x="429671" y="1267678"/>
            <a:ext cx="4547662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86593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631C1-038B-4946-9405-83A593D628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4413" y="0"/>
            <a:ext cx="6097587" cy="6858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D4E532-2A5A-DD4B-A18E-688BB5408C0D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ln w="25400">
            <a:solidFill>
              <a:srgbClr val="30E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chemeClr val="bg1"/>
                </a:solidFill>
                <a:latin typeface="Arial" panose="020B0604020202020204"/>
              </a:rPr>
              <a:t>2021 WIND RIVER, ALL RIGHTS RESERVED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1" y="2219097"/>
            <a:ext cx="4887173" cy="1106219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REPLACE THIS TITLE WITH YOUR OWN</a:t>
            </a:r>
          </a:p>
          <a:p>
            <a:pPr lvl="0"/>
            <a:r>
              <a:rPr lang="en-GB"/>
              <a:t>(THREE LINES MAX)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82D3AB6-7736-954D-AE1B-96DF1FFD0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9651" y="3735659"/>
            <a:ext cx="4887173" cy="36917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200" baseline="0">
                <a:solidFill>
                  <a:srgbClr val="30E4D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#START WITH A NUMBER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236E0A-EBE8-1C41-9B66-3B31F2CA26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177" y="4216093"/>
            <a:ext cx="4887173" cy="60683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DESCRIBE OR EXPLAIN THE NUMBER HERE. LIMIT</a:t>
            </a:r>
          </a:p>
          <a:p>
            <a:pPr lvl="0"/>
            <a:r>
              <a:rPr lang="en-GB"/>
              <a:t>YOUR DESCRIPTION TO THREE LINES. 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EB62EA6-9F6A-4383-AA77-2DA2441548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353411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D8540F3-D65C-6447-86D4-611980707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1574" y="3191955"/>
            <a:ext cx="7183389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POWER</a:t>
            </a:r>
          </a:p>
          <a:p>
            <a:pPr lvl="0"/>
            <a:r>
              <a:rPr lang="en-GB"/>
              <a:t>STATEMENTS ARE SHORT AND PUNCHY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23BAFCF-B15C-4E10-D244-0DBC04E1BB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153051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er Tit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4C3A5B-C0E8-4FF4-94DC-170E7F51D69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7600" y="0"/>
            <a:ext cx="3454400" cy="6858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D8540F3-D65C-6447-86D4-611980707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1575" y="3191955"/>
            <a:ext cx="7412080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LONGER TITLE </a:t>
            </a:r>
            <a:br>
              <a:rPr lang="en-GB"/>
            </a:br>
            <a:r>
              <a:rPr lang="en-GB"/>
              <a:t>WITH BOLD HEADING </a:t>
            </a:r>
            <a:br>
              <a:rPr lang="en-GB"/>
            </a:br>
            <a:r>
              <a:rPr lang="en-GB"/>
              <a:t>ALTERNATING COLOR</a:t>
            </a:r>
          </a:p>
          <a:p>
            <a:pPr lvl="0"/>
            <a:r>
              <a:rPr lang="en-GB"/>
              <a:t>AND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BB31E67-34D8-DE40-8332-37EE04415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575" y="4860690"/>
            <a:ext cx="7412080" cy="11234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400" b="0" spc="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Alternating </a:t>
            </a:r>
            <a:r>
              <a:rPr lang="en-GB" err="1"/>
              <a:t>color</a:t>
            </a:r>
            <a:r>
              <a:rPr lang="en-GB"/>
              <a:t> in the title adds visual interest. Keep descriptions to 50 words or less. 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3120ABC-3899-3A72-4B7E-DE1B04730B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418642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ing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D4E532-2A5A-DD4B-A18E-688BB5408C0D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ln w="25400">
            <a:solidFill>
              <a:srgbClr val="30E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2" y="2219097"/>
            <a:ext cx="5124400" cy="1106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PRESENTING </a:t>
            </a:r>
            <a:br>
              <a:rPr lang="en-GB"/>
            </a:br>
            <a:r>
              <a:rPr lang="en-GB"/>
              <a:t>VIDEO OR DEMOS</a:t>
            </a:r>
          </a:p>
          <a:p>
            <a:pPr lvl="0"/>
            <a:r>
              <a:rPr lang="en-GB"/>
              <a:t>(THREE LINES MAX HERE)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236E0A-EBE8-1C41-9B66-3B31F2CA26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177" y="3613640"/>
            <a:ext cx="5142874" cy="152106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400" b="0" spc="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Description here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F91DB1-9592-1841-8A70-0C16B1AF27EC}"/>
              </a:ext>
            </a:extLst>
          </p:cNvPr>
          <p:cNvGrpSpPr/>
          <p:nvPr userDrawn="1"/>
        </p:nvGrpSpPr>
        <p:grpSpPr>
          <a:xfrm>
            <a:off x="5627937" y="1565463"/>
            <a:ext cx="6417910" cy="3734319"/>
            <a:chOff x="2738438" y="30163"/>
            <a:chExt cx="11828463" cy="6827838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4F50D6F-2983-4248-837F-1869B13EB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E1E689F6-E215-2F4E-9F6A-6F1017D9B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DDD7110-7278-214E-9ABE-FC14DC5A4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0184D867-6C0C-3846-AC93-00DF5E814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E2B345A1-F36D-3142-A744-463790305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5E7F912-9C90-8843-9F07-B7E503941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5CBB213A-1242-6245-A866-7E421F63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2095D1-B710-7E4F-99CA-CB389FB2BC21}"/>
              </a:ext>
            </a:extLst>
          </p:cNvPr>
          <p:cNvSpPr txBox="1"/>
          <p:nvPr userDrawn="1"/>
        </p:nvSpPr>
        <p:spPr>
          <a:xfrm>
            <a:off x="8836892" y="6354530"/>
            <a:ext cx="2897702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500" spc="300">
                <a:solidFill>
                  <a:srgbClr val="1C1C1C"/>
                </a:solidFill>
              </a:defRPr>
            </a:lvl1pPr>
          </a:lstStyle>
          <a:p>
            <a:pPr lvl="0"/>
            <a:r>
              <a:rPr lang="en-US"/>
              <a:t>2024 </a:t>
            </a:r>
            <a:r>
              <a:rPr lang="en-US" sz="500" kern="1200" spc="300">
                <a:solidFill>
                  <a:srgbClr val="1C1C1C"/>
                </a:solidFill>
                <a:latin typeface="+mn-lt"/>
                <a:ea typeface="+mn-ea"/>
                <a:cs typeface="+mn-cs"/>
              </a:rPr>
              <a:t>WIND RIVER, ALL RIGHTS RESERVED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953BA-7AD0-4BEA-972E-15282F0F7C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24613" y="1839913"/>
            <a:ext cx="4827587" cy="30448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0AA4C41-6E46-4976-9167-962ECA452F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324534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layout with space for handcrafted graph element a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D4E532-2A5A-DD4B-A18E-688BB5408C0D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ln w="25400">
            <a:solidFill>
              <a:srgbClr val="30E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2" y="2219097"/>
            <a:ext cx="5124400" cy="1106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HANDCRAFTED</a:t>
            </a:r>
          </a:p>
          <a:p>
            <a:pPr lvl="0"/>
            <a:r>
              <a:rPr lang="en-GB"/>
              <a:t>CHARTS AND GRAPHS</a:t>
            </a:r>
          </a:p>
          <a:p>
            <a:pPr lvl="0"/>
            <a:r>
              <a:rPr lang="en-GB"/>
              <a:t>(THREE LINES MAX HERE)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236E0A-EBE8-1C41-9B66-3B31F2CA26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177" y="3613639"/>
            <a:ext cx="5142874" cy="224964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400" b="0" spc="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Description 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2095D1-B710-7E4F-99CA-CB389FB2BC21}"/>
              </a:ext>
            </a:extLst>
          </p:cNvPr>
          <p:cNvSpPr txBox="1"/>
          <p:nvPr userDrawn="1"/>
        </p:nvSpPr>
        <p:spPr>
          <a:xfrm>
            <a:off x="8836892" y="6354530"/>
            <a:ext cx="2897702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500" kern="1200" spc="300">
                <a:solidFill>
                  <a:srgbClr val="1C1C1C"/>
                </a:solidFill>
                <a:latin typeface="+mn-lt"/>
                <a:ea typeface="+mn-ea"/>
                <a:cs typeface="+mn-cs"/>
              </a:rPr>
              <a:t>2024 WIND RIVER, ALL RIGHTS RESERVED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B0FD988-4D68-7B43-94AE-094D5886B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177" y="6123854"/>
            <a:ext cx="5142874" cy="23067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00" b="0" spc="0" baseline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Citation: If you need to cite a 3rd part publication for your statistic or fact, do so here.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120DC8E-68CF-59E4-10F5-344BF77A64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55640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layout with graph element a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E7876471-B064-4628-ACFF-B6B80C46EB6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095999" y="-3325"/>
            <a:ext cx="6096001" cy="6858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D4E532-2A5A-DD4B-A18E-688BB5408C0D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ln w="25400">
            <a:solidFill>
              <a:srgbClr val="30E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2" y="2219097"/>
            <a:ext cx="5124400" cy="1106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HANDCRAFTED</a:t>
            </a:r>
          </a:p>
          <a:p>
            <a:pPr lvl="0"/>
            <a:r>
              <a:rPr lang="en-GB"/>
              <a:t>CHARTS AND GRAPHS</a:t>
            </a:r>
          </a:p>
          <a:p>
            <a:pPr lvl="0"/>
            <a:r>
              <a:rPr lang="en-GB"/>
              <a:t>(THREE LINES MAX HERE)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236E0A-EBE8-1C41-9B66-3B31F2CA26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177" y="3613639"/>
            <a:ext cx="5142874" cy="224964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400" b="0" spc="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Description 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2095D1-B710-7E4F-99CA-CB389FB2BC21}"/>
              </a:ext>
            </a:extLst>
          </p:cNvPr>
          <p:cNvSpPr txBox="1"/>
          <p:nvPr userDrawn="1"/>
        </p:nvSpPr>
        <p:spPr>
          <a:xfrm>
            <a:off x="8836892" y="6354530"/>
            <a:ext cx="2897702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500" spc="300">
                <a:solidFill>
                  <a:srgbClr val="1C1C1C"/>
                </a:solidFill>
                <a:latin typeface="+mn-lt"/>
              </a:rPr>
              <a:t>2024</a:t>
            </a:r>
            <a:r>
              <a:rPr lang="en-US" sz="500" spc="3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  <a:t> </a:t>
            </a:r>
            <a:r>
              <a:rPr lang="en-US" sz="500" kern="1200" spc="300">
                <a:solidFill>
                  <a:srgbClr val="1C1C1C"/>
                </a:solidFill>
                <a:latin typeface="+mn-lt"/>
                <a:ea typeface="+mn-ea"/>
                <a:cs typeface="+mn-cs"/>
              </a:rPr>
              <a:t>WIND RIVER, ALL RIGHTS RESERVED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B0FD988-4D68-7B43-94AE-094D5886B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177" y="6123854"/>
            <a:ext cx="5142874" cy="23067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00" b="0" spc="0" baseline="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Citation: If you need to cite a 3rd part publication for your statistic or fact, do so here.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A04E1C2-FD96-805E-464F-9B5EF084B5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333196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212E43-CC09-044B-A195-5B5B5FD3E9C8}"/>
              </a:ext>
            </a:extLst>
          </p:cNvPr>
          <p:cNvCxnSpPr>
            <a:cxnSpLocks/>
          </p:cNvCxnSpPr>
          <p:nvPr userDrawn="1"/>
        </p:nvCxnSpPr>
        <p:spPr>
          <a:xfrm>
            <a:off x="429671" y="1267678"/>
            <a:ext cx="4547662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440F34A-DD85-4793-9819-9E3798EE5B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213" y="1457325"/>
            <a:ext cx="10660062" cy="4843887"/>
          </a:xfrm>
          <a:prstGeom prst="rect">
            <a:avLst/>
          </a:prstGeom>
        </p:spPr>
        <p:txBody>
          <a:bodyPr/>
          <a:lstStyle>
            <a:lvl1pPr marL="216000" indent="-216000">
              <a:lnSpc>
                <a:spcPct val="18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1pPr>
            <a:lvl2pPr marL="715963" indent="-216000">
              <a:lnSpc>
                <a:spcPct val="12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‒"/>
              <a:defRPr sz="1600"/>
            </a:lvl2pPr>
            <a:lvl3pPr marL="1371326" indent="-4572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 marL="1714089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4pPr>
            <a:lvl5pPr marL="2171152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CF9493E-4F97-426C-8384-BB7F831215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703" y="218649"/>
            <a:ext cx="11230467" cy="1049026"/>
          </a:xfrm>
          <a:prstGeom prst="rect">
            <a:avLst/>
          </a:prstGeom>
        </p:spPr>
        <p:txBody>
          <a:bodyPr lIns="0" tIns="108000" rIns="0" bIns="0" anchor="b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REPLACE THIS TITLE WITH YOUR OWN REPLACE THIS TITLE WITH YOUR OWN </a:t>
            </a:r>
          </a:p>
        </p:txBody>
      </p:sp>
    </p:spTree>
    <p:extLst>
      <p:ext uri="{BB962C8B-B14F-4D97-AF65-F5344CB8AC3E}">
        <p14:creationId xmlns:p14="http://schemas.microsoft.com/office/powerpoint/2010/main" val="351234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212E43-CC09-044B-A195-5B5B5FD3E9C8}"/>
              </a:ext>
            </a:extLst>
          </p:cNvPr>
          <p:cNvCxnSpPr>
            <a:cxnSpLocks/>
          </p:cNvCxnSpPr>
          <p:nvPr userDrawn="1"/>
        </p:nvCxnSpPr>
        <p:spPr>
          <a:xfrm>
            <a:off x="429671" y="1267678"/>
            <a:ext cx="4547662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9651F33-B55B-47D7-B54D-749DAE0241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212" y="1457325"/>
            <a:ext cx="5235335" cy="4843887"/>
          </a:xfrm>
          <a:prstGeom prst="rect">
            <a:avLst/>
          </a:prstGeom>
        </p:spPr>
        <p:txBody>
          <a:bodyPr/>
          <a:lstStyle>
            <a:lvl1pPr marL="216000" indent="-216000">
              <a:lnSpc>
                <a:spcPct val="18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1pPr>
            <a:lvl2pPr marL="715963" indent="-216000">
              <a:lnSpc>
                <a:spcPct val="12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‒"/>
              <a:defRPr sz="1600"/>
            </a:lvl2pPr>
            <a:lvl3pPr marL="1371326" indent="-4572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 marL="1714089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4pPr>
            <a:lvl5pPr marL="2171152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B24B99DD-F1DA-4646-ADEF-18AF8EBA3F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15219" y="1457325"/>
            <a:ext cx="5235335" cy="4843887"/>
          </a:xfrm>
          <a:prstGeom prst="rect">
            <a:avLst/>
          </a:prstGeom>
        </p:spPr>
        <p:txBody>
          <a:bodyPr/>
          <a:lstStyle>
            <a:lvl1pPr marL="216000" indent="-216000">
              <a:lnSpc>
                <a:spcPct val="18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1pPr>
            <a:lvl2pPr marL="715963" indent="-216000">
              <a:lnSpc>
                <a:spcPct val="12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‒"/>
              <a:defRPr sz="1600"/>
            </a:lvl2pPr>
            <a:lvl3pPr marL="1371326" indent="-4572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 marL="1714089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4pPr>
            <a:lvl5pPr marL="2171152" indent="-342900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7EBABFD-34EA-4E11-B4AD-5F627B211D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703" y="218649"/>
            <a:ext cx="11230467" cy="1049026"/>
          </a:xfrm>
          <a:prstGeom prst="rect">
            <a:avLst/>
          </a:prstGeom>
        </p:spPr>
        <p:txBody>
          <a:bodyPr lIns="0" tIns="108000" rIns="0" bIns="0" anchor="b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00" baseline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REPLACE THIS TITLE WITH YOUR OWN REPLACE THIS TITLE WITH YOUR OWN </a:t>
            </a:r>
          </a:p>
        </p:txBody>
      </p:sp>
    </p:spTree>
    <p:extLst>
      <p:ext uri="{BB962C8B-B14F-4D97-AF65-F5344CB8AC3E}">
        <p14:creationId xmlns:p14="http://schemas.microsoft.com/office/powerpoint/2010/main" val="4670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2021 WIND RIVER, ALL RIGHTS RESERVED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F7E49-FD23-5245-8E17-68F368FCC3BD}"/>
              </a:ext>
            </a:extLst>
          </p:cNvPr>
          <p:cNvSpPr txBox="1"/>
          <p:nvPr userDrawn="1"/>
        </p:nvSpPr>
        <p:spPr>
          <a:xfrm>
            <a:off x="455613" y="2561559"/>
            <a:ext cx="5638800" cy="8802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  <a:t>WIND RIVER </a:t>
            </a:r>
            <a:br>
              <a:rPr lang="en-US" sz="3200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</a:br>
            <a:r>
              <a:rPr lang="en-US" sz="3200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  <a:t>IMAGE LIBRARY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A24891-EBC2-0F4B-9D0D-550ABF46F48A}"/>
              </a:ext>
            </a:extLst>
          </p:cNvPr>
          <p:cNvSpPr txBox="1"/>
          <p:nvPr userDrawn="1"/>
        </p:nvSpPr>
        <p:spPr>
          <a:xfrm>
            <a:off x="455613" y="3653255"/>
            <a:ext cx="529660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457200">
              <a:lnSpc>
                <a:spcPts val="2664"/>
              </a:lnSpc>
              <a:defRPr sz="3200" b="1" spc="-2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</a:rPr>
              <a:t>AVAILABLE ON SHAREPOINT</a:t>
            </a:r>
          </a:p>
          <a:p>
            <a:pPr marL="0" marR="0" lvl="0" indent="0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CE4D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https://windriversystems.sharepoint.com/sites/CreativeSvcs/ImageLibrary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1CE4D0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F58330-66D4-9540-A05D-0CE210A674D6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F7C82BFA-5AEC-BB40-8281-AFB27CD30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28"/>
          <a:stretch/>
        </p:blipFill>
        <p:spPr>
          <a:xfrm>
            <a:off x="6094815" y="0"/>
            <a:ext cx="3118086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5601A3-31C3-FA43-9F0C-BD9BED806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0678" y="0"/>
            <a:ext cx="3078572" cy="3429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8951E6-E6B4-1046-AB28-563FBD4AB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795" y="3429000"/>
            <a:ext cx="3078572" cy="3429000"/>
          </a:xfrm>
          <a:prstGeom prst="rect">
            <a:avLst/>
          </a:prstGeom>
        </p:spPr>
      </p:pic>
      <p:pic>
        <p:nvPicPr>
          <p:cNvPr id="23" name="Picture 22" descr="A picture containing water, surfing, ocean, bird&#10;&#10;Description automatically generated">
            <a:extLst>
              <a:ext uri="{FF2B5EF4-FFF2-40B4-BE49-F238E27FC236}">
                <a16:creationId xmlns:a16="http://schemas.microsoft.com/office/drawing/2014/main" id="{B0E00F48-7527-084C-9E79-6879C1B8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8298" y="3428108"/>
            <a:ext cx="3023703" cy="342862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7318EE0-56C4-969A-7387-5C01F421D4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755610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42555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99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iterate type="wd">
                                    <p:tmPct val="99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D328F6-3CFA-6F47-8A48-0C42E2A69EE7}"/>
              </a:ext>
            </a:extLst>
          </p:cNvPr>
          <p:cNvSpPr/>
          <p:nvPr userDrawn="1"/>
        </p:nvSpPr>
        <p:spPr>
          <a:xfrm>
            <a:off x="549766" y="2818473"/>
            <a:ext cx="47717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Wind River primary palette of WR Teal, WR Black, and White </a:t>
            </a:r>
          </a:p>
          <a:p>
            <a:r>
              <a:rPr lang="en-US" sz="120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meant to evoke energy, digital innovation, and the dynamic experience of creative coding. </a:t>
            </a:r>
            <a:r>
              <a:rPr lang="en-US" sz="1200">
                <a:solidFill>
                  <a:srgbClr val="FF505C">
                    <a:lumMod val="60000"/>
                    <a:lumOff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signature colors must </a:t>
            </a:r>
          </a:p>
          <a:p>
            <a:r>
              <a:rPr lang="en-US" sz="1200">
                <a:solidFill>
                  <a:srgbClr val="FF505C">
                    <a:lumMod val="60000"/>
                    <a:lumOff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be used in the specified shades.</a:t>
            </a:r>
          </a:p>
          <a:p>
            <a:endParaRPr lang="en-US" sz="1200">
              <a:solidFill>
                <a:srgbClr val="1C1C1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>
                <a:solidFill>
                  <a:srgbClr val="30E3D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Color Palette </a:t>
            </a:r>
          </a:p>
          <a:p>
            <a:r>
              <a:rPr lang="en-US" sz="120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primary Wind River palette includes five colors. This is the main palette to be used for all high-level branding and communications. It includes WR Teal, WR Sea, WR Grey, WR Red, WR Black, and white. 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>
                <a:solidFill>
                  <a:srgbClr val="30E3D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Color Palette </a:t>
            </a:r>
          </a:p>
          <a:p>
            <a:r>
              <a:rPr lang="en-US" sz="120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colors have been chosen to accent and extend the primary palette. The secondary palette should be used sparingly.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7D5F80-8937-244E-A1AA-52BA4BADB4BF}"/>
              </a:ext>
            </a:extLst>
          </p:cNvPr>
          <p:cNvSpPr/>
          <p:nvPr userDrawn="1"/>
        </p:nvSpPr>
        <p:spPr>
          <a:xfrm>
            <a:off x="9752009" y="3621134"/>
            <a:ext cx="2252618" cy="740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  <a:t>TO BE USED SPARINGLY, </a:t>
            </a:r>
            <a:br>
              <a:rPr lang="en-US" sz="8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</a:br>
            <a:r>
              <a:rPr lang="en-US" sz="8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  <a:t>E.G. STOPLIGHT STATUS ON DASHBOARDS, ERRORS, </a:t>
            </a:r>
            <a:br>
              <a:rPr lang="en-US" sz="8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</a:br>
            <a:r>
              <a:rPr lang="en-US" sz="800">
                <a:solidFill>
                  <a:srgbClr val="1C1C1C">
                    <a:lumMod val="50000"/>
                    <a:lumOff val="50000"/>
                  </a:srgbClr>
                </a:solidFill>
                <a:latin typeface="Arial" panose="020B0604020202020204"/>
              </a:rPr>
              <a:t>RED FLAGS, ETC.</a:t>
            </a:r>
            <a:endParaRPr lang="en-US" sz="900">
              <a:solidFill>
                <a:srgbClr val="1C1C1C">
                  <a:lumMod val="50000"/>
                  <a:lumOff val="50000"/>
                </a:srgbClr>
              </a:solidFill>
              <a:latin typeface="Arial" panose="020B060402020202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CAFFCE-5330-BD45-9274-EBCF64AB4548}"/>
              </a:ext>
            </a:extLst>
          </p:cNvPr>
          <p:cNvSpPr/>
          <p:nvPr userDrawn="1"/>
        </p:nvSpPr>
        <p:spPr>
          <a:xfrm>
            <a:off x="6759112" y="662940"/>
            <a:ext cx="1371957" cy="1371600"/>
          </a:xfrm>
          <a:prstGeom prst="rect">
            <a:avLst/>
          </a:prstGeom>
          <a:solidFill>
            <a:srgbClr val="30E3D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99FE8D-A61D-9B49-A48B-FD6D5B6E9B90}"/>
              </a:ext>
            </a:extLst>
          </p:cNvPr>
          <p:cNvSpPr/>
          <p:nvPr userDrawn="1"/>
        </p:nvSpPr>
        <p:spPr>
          <a:xfrm>
            <a:off x="8281921" y="662940"/>
            <a:ext cx="1371957" cy="1371600"/>
          </a:xfrm>
          <a:prstGeom prst="rect">
            <a:avLst/>
          </a:prstGeom>
          <a:solidFill>
            <a:srgbClr val="30E3D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123C6C-871C-4848-9DCC-D2A97B165516}"/>
              </a:ext>
            </a:extLst>
          </p:cNvPr>
          <p:cNvSpPr/>
          <p:nvPr userDrawn="1"/>
        </p:nvSpPr>
        <p:spPr>
          <a:xfrm>
            <a:off x="6759112" y="2175510"/>
            <a:ext cx="1371957" cy="1371600"/>
          </a:xfrm>
          <a:prstGeom prst="rect">
            <a:avLst/>
          </a:prstGeom>
          <a:solidFill>
            <a:srgbClr val="1C1C1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EDAF0A-E947-CA42-A51C-C9551D58C2CD}"/>
              </a:ext>
            </a:extLst>
          </p:cNvPr>
          <p:cNvSpPr/>
          <p:nvPr userDrawn="1"/>
        </p:nvSpPr>
        <p:spPr>
          <a:xfrm>
            <a:off x="8281921" y="2175510"/>
            <a:ext cx="1371957" cy="1371600"/>
          </a:xfrm>
          <a:prstGeom prst="rect">
            <a:avLst/>
          </a:prstGeom>
          <a:solidFill>
            <a:srgbClr val="1C1C1C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2DF6EE-3AB0-3A49-9A38-3D5E5C86A094}"/>
              </a:ext>
            </a:extLst>
          </p:cNvPr>
          <p:cNvSpPr/>
          <p:nvPr userDrawn="1"/>
        </p:nvSpPr>
        <p:spPr>
          <a:xfrm>
            <a:off x="9804729" y="2175510"/>
            <a:ext cx="1371957" cy="1371600"/>
          </a:xfrm>
          <a:prstGeom prst="rect">
            <a:avLst/>
          </a:prstGeom>
          <a:solidFill>
            <a:srgbClr val="FF505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A27F09-750C-1A44-A7F6-33FC983BC24A}"/>
              </a:ext>
            </a:extLst>
          </p:cNvPr>
          <p:cNvSpPr/>
          <p:nvPr userDrawn="1"/>
        </p:nvSpPr>
        <p:spPr>
          <a:xfrm>
            <a:off x="6740868" y="1369101"/>
            <a:ext cx="13506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TEAL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77 / 7 / 42 / 0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0 / 173 / 164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00ADA4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D34803-4277-0B4F-B643-F9B75F42A691}"/>
              </a:ext>
            </a:extLst>
          </p:cNvPr>
          <p:cNvSpPr/>
          <p:nvPr userDrawn="1"/>
        </p:nvSpPr>
        <p:spPr>
          <a:xfrm>
            <a:off x="8281921" y="1388210"/>
            <a:ext cx="13719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SEA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58 / 0 / 30 / 0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48 / 228 / 208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30E4D0 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867F2-9F44-D44C-B661-0AC42A3EF100}"/>
              </a:ext>
            </a:extLst>
          </p:cNvPr>
          <p:cNvSpPr/>
          <p:nvPr userDrawn="1"/>
        </p:nvSpPr>
        <p:spPr>
          <a:xfrm>
            <a:off x="8281922" y="2861311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GREY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37 / 30 / 31 / 0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166 / 166 / 166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A6A6A6 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3578CA-FA82-7C4D-9948-29F637C150DA}"/>
              </a:ext>
            </a:extLst>
          </p:cNvPr>
          <p:cNvSpPr/>
          <p:nvPr userDrawn="1"/>
        </p:nvSpPr>
        <p:spPr>
          <a:xfrm>
            <a:off x="6740868" y="2900780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BLACK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72 / 66 / 65 / 77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28 / 28 / 28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1C1C1C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EBDCBF-27C7-944E-B424-A690669DA4DC}"/>
              </a:ext>
            </a:extLst>
          </p:cNvPr>
          <p:cNvSpPr/>
          <p:nvPr userDrawn="1"/>
        </p:nvSpPr>
        <p:spPr>
          <a:xfrm>
            <a:off x="6736247" y="4783991"/>
            <a:ext cx="1371957" cy="685800"/>
          </a:xfrm>
          <a:prstGeom prst="rect">
            <a:avLst/>
          </a:prstGeom>
          <a:solidFill>
            <a:srgbClr val="6C969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40FDD04-E8E8-454C-AAEB-83DE1F0CD645}"/>
              </a:ext>
            </a:extLst>
          </p:cNvPr>
          <p:cNvSpPr/>
          <p:nvPr userDrawn="1"/>
        </p:nvSpPr>
        <p:spPr>
          <a:xfrm>
            <a:off x="6736247" y="5606951"/>
            <a:ext cx="1371957" cy="685800"/>
          </a:xfrm>
          <a:prstGeom prst="rect">
            <a:avLst/>
          </a:prstGeom>
          <a:solidFill>
            <a:srgbClr val="A3DAD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A324CE-99DE-6544-8F7F-2A4B5EA7F28C}"/>
              </a:ext>
            </a:extLst>
          </p:cNvPr>
          <p:cNvSpPr/>
          <p:nvPr userDrawn="1"/>
        </p:nvSpPr>
        <p:spPr>
          <a:xfrm>
            <a:off x="8281921" y="4778946"/>
            <a:ext cx="1371957" cy="685801"/>
          </a:xfrm>
          <a:prstGeom prst="rect">
            <a:avLst/>
          </a:prstGeom>
          <a:solidFill>
            <a:srgbClr val="505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DC6B28-F8C0-7546-9910-059471D17A4D}"/>
              </a:ext>
            </a:extLst>
          </p:cNvPr>
          <p:cNvSpPr/>
          <p:nvPr userDrawn="1"/>
        </p:nvSpPr>
        <p:spPr>
          <a:xfrm>
            <a:off x="8281921" y="5606952"/>
            <a:ext cx="1371957" cy="685801"/>
          </a:xfrm>
          <a:prstGeom prst="rect">
            <a:avLst/>
          </a:prstGeom>
          <a:solidFill>
            <a:srgbClr val="72727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605FCDF-7D9F-B24D-8819-3A73EBE7F527}"/>
              </a:ext>
            </a:extLst>
          </p:cNvPr>
          <p:cNvSpPr/>
          <p:nvPr userDrawn="1"/>
        </p:nvSpPr>
        <p:spPr>
          <a:xfrm>
            <a:off x="9804729" y="4778946"/>
            <a:ext cx="1371957" cy="685801"/>
          </a:xfrm>
          <a:prstGeom prst="rect">
            <a:avLst/>
          </a:prstGeom>
          <a:solidFill>
            <a:srgbClr val="FFAA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65D4A5-B0A4-AC48-A2F4-9C170ACC5BC9}"/>
              </a:ext>
            </a:extLst>
          </p:cNvPr>
          <p:cNvSpPr/>
          <p:nvPr userDrawn="1"/>
        </p:nvSpPr>
        <p:spPr>
          <a:xfrm>
            <a:off x="9804729" y="5606952"/>
            <a:ext cx="1371957" cy="685801"/>
          </a:xfrm>
          <a:prstGeom prst="rect">
            <a:avLst/>
          </a:prstGeom>
          <a:solidFill>
            <a:srgbClr val="FFD1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A87EE7-7A9A-7945-95BA-0D86FFFF5645}"/>
              </a:ext>
            </a:extLst>
          </p:cNvPr>
          <p:cNvSpPr txBox="1"/>
          <p:nvPr userDrawn="1"/>
        </p:nvSpPr>
        <p:spPr>
          <a:xfrm>
            <a:off x="468611" y="1748448"/>
            <a:ext cx="7196312" cy="8802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  <a:t>WIND RIVER </a:t>
            </a:r>
          </a:p>
          <a:p>
            <a:pPr>
              <a:lnSpc>
                <a:spcPct val="80000"/>
              </a:lnSpc>
            </a:pPr>
            <a:r>
              <a:rPr lang="en-US" sz="3200" b="1" spc="-100" baseline="0">
                <a:solidFill>
                  <a:srgbClr val="1C1C1C"/>
                </a:solidFill>
                <a:latin typeface="Arial" panose="020B0604020202020204" pitchFamily="34" charset="0"/>
                <a:ea typeface="Verdana" panose="020B0604030504040204" pitchFamily="34" charset="0"/>
              </a:rPr>
              <a:t>COLOR PALETTE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D8F7B12-7D85-C34F-A4FF-FBAC6F21AB50}"/>
              </a:ext>
            </a:extLst>
          </p:cNvPr>
          <p:cNvCxnSpPr/>
          <p:nvPr userDrawn="1"/>
        </p:nvCxnSpPr>
        <p:spPr>
          <a:xfrm>
            <a:off x="468613" y="2664480"/>
            <a:ext cx="5213438" cy="0"/>
          </a:xfrm>
          <a:prstGeom prst="line">
            <a:avLst/>
          </a:prstGeom>
          <a:noFill/>
          <a:ln w="25400" cap="flat" cmpd="sng" algn="ctr">
            <a:solidFill>
              <a:srgbClr val="30E3D0"/>
            </a:solidFill>
            <a:prstDash val="solid"/>
            <a:miter lim="800000"/>
          </a:ln>
          <a:effectLst/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F9D7985-0543-BE4A-8054-F74B8A6A5865}"/>
              </a:ext>
            </a:extLst>
          </p:cNvPr>
          <p:cNvSpPr/>
          <p:nvPr userDrawn="1"/>
        </p:nvSpPr>
        <p:spPr>
          <a:xfrm>
            <a:off x="9827595" y="2858939"/>
            <a:ext cx="1349091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RED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0 / 69 / 64 / 0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255 / 80 / 92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</a:t>
            </a:r>
            <a:r>
              <a:rPr lang="en-US" sz="900">
                <a:solidFill>
                  <a:srgbClr val="FFFFFF"/>
                </a:solidFill>
                <a:latin typeface="Arial" panose="020B0604020202020204"/>
                <a:ea typeface="+mn-lt"/>
                <a:cs typeface="Arial" panose="020B0604020202020204"/>
              </a:rPr>
              <a:t>FF505C</a:t>
            </a:r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 </a:t>
            </a:r>
            <a:endParaRPr lang="en-US" sz="900">
              <a:solidFill>
                <a:srgbClr val="FFFFFF"/>
              </a:solidFill>
              <a:latin typeface="Arial" panose="020B0604020202020204"/>
              <a:cs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8E0ED11-7D18-7D4A-AF15-5977D68A598D}"/>
              </a:ext>
            </a:extLst>
          </p:cNvPr>
          <p:cNvSpPr/>
          <p:nvPr userDrawn="1"/>
        </p:nvSpPr>
        <p:spPr>
          <a:xfrm>
            <a:off x="9782452" y="4810539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CORAL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0 / 29 / 28 / 4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245 / 174 / 176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F5AEB0 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4665286-28E3-864E-8D65-97F003DDCE86}"/>
              </a:ext>
            </a:extLst>
          </p:cNvPr>
          <p:cNvSpPr/>
          <p:nvPr userDrawn="1"/>
        </p:nvSpPr>
        <p:spPr>
          <a:xfrm>
            <a:off x="8287606" y="5627952"/>
            <a:ext cx="1361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GRANITE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0 / 0 / 0 / 55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114 / 114 / 114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727272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52B96A-255D-4314-B50B-774DDED74147}"/>
              </a:ext>
            </a:extLst>
          </p:cNvPr>
          <p:cNvSpPr/>
          <p:nvPr userDrawn="1"/>
        </p:nvSpPr>
        <p:spPr>
          <a:xfrm>
            <a:off x="6740868" y="4810539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CELADON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61 / 29 / 40 / 2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108 / 150 / 148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6C9694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54B03-020E-4D1D-804B-AE40AA90217C}"/>
              </a:ext>
            </a:extLst>
          </p:cNvPr>
          <p:cNvSpPr/>
          <p:nvPr userDrawn="1"/>
        </p:nvSpPr>
        <p:spPr>
          <a:xfrm>
            <a:off x="8287606" y="4810539"/>
            <a:ext cx="13885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SLATE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65 / 57 / 56 / 34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80 / 80 / 80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505050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768313-A2E6-47AE-B4E6-56E78BC95D54}"/>
              </a:ext>
            </a:extLst>
          </p:cNvPr>
          <p:cNvSpPr/>
          <p:nvPr userDrawn="1"/>
        </p:nvSpPr>
        <p:spPr>
          <a:xfrm>
            <a:off x="9782452" y="5627952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Arial" panose="020B0604020202020204"/>
              </a:rPr>
              <a:t>WR CHAMPAGNE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CMYK 0 / 18 / 40 / 0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RGB 255 / 209 / 153 </a:t>
            </a:r>
          </a:p>
          <a:p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HEX FFD199 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A5D24F-4460-4FC6-BB88-4CFEAC4B2A76}"/>
              </a:ext>
            </a:extLst>
          </p:cNvPr>
          <p:cNvSpPr/>
          <p:nvPr userDrawn="1"/>
        </p:nvSpPr>
        <p:spPr>
          <a:xfrm>
            <a:off x="6740868" y="5627952"/>
            <a:ext cx="13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" panose="020B0604020202020204"/>
              </a:rPr>
              <a:t>WR MINT </a:t>
            </a:r>
          </a:p>
          <a:p>
            <a:r>
              <a:rPr lang="en-US" sz="900">
                <a:solidFill>
                  <a:schemeClr val="bg1"/>
                </a:solidFill>
                <a:latin typeface="Arial" panose="020B0604020202020204"/>
              </a:rPr>
              <a:t>CMYK 35 / 0 / 18 / 0 </a:t>
            </a:r>
          </a:p>
          <a:p>
            <a:r>
              <a:rPr lang="en-US" sz="900">
                <a:solidFill>
                  <a:schemeClr val="bg1"/>
                </a:solidFill>
                <a:latin typeface="Arial" panose="020B0604020202020204"/>
              </a:rPr>
              <a:t>RGB 163 / 218 / 214 </a:t>
            </a:r>
          </a:p>
          <a:p>
            <a:r>
              <a:rPr lang="en-US" sz="900">
                <a:solidFill>
                  <a:schemeClr val="bg1"/>
                </a:solidFill>
                <a:latin typeface="Arial" panose="020B0604020202020204"/>
              </a:rPr>
              <a:t>HEX A3DAD6</a:t>
            </a:r>
          </a:p>
        </p:txBody>
      </p:sp>
    </p:spTree>
    <p:extLst>
      <p:ext uri="{BB962C8B-B14F-4D97-AF65-F5344CB8AC3E}">
        <p14:creationId xmlns:p14="http://schemas.microsoft.com/office/powerpoint/2010/main" val="259026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 &amp; TM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96877771-3FA1-7645-AE65-C6267A783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75" y="6220172"/>
            <a:ext cx="1517473" cy="60683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spc="300">
                <a:solidFill>
                  <a:srgbClr val="1C1C1C"/>
                </a:solidFill>
                <a:latin typeface="+mn-lt"/>
              </a:rPr>
              <a:t>2024 </a:t>
            </a:r>
            <a:r>
              <a:rPr lang="en-US" sz="500" spc="300">
                <a:solidFill>
                  <a:srgbClr val="1C1C1C"/>
                </a:solidFill>
                <a:latin typeface="Arial" panose="020B0604020202020204"/>
              </a:rPr>
              <a:t>WIND RIVER,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4746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97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5A49F5F-D5EB-4108-A4E2-5D3187A070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4413" y="0"/>
            <a:ext cx="6097587" cy="6858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D4E532-2A5A-DD4B-A18E-688BB5408C0D}"/>
              </a:ext>
            </a:extLst>
          </p:cNvPr>
          <p:cNvCxnSpPr/>
          <p:nvPr userDrawn="1"/>
        </p:nvCxnSpPr>
        <p:spPr>
          <a:xfrm>
            <a:off x="470080" y="3432325"/>
            <a:ext cx="5625921" cy="0"/>
          </a:xfrm>
          <a:prstGeom prst="line">
            <a:avLst/>
          </a:prstGeom>
          <a:ln w="25400">
            <a:solidFill>
              <a:srgbClr val="30E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DC6BEA9-1A6E-974E-9293-613753B58F8B}"/>
              </a:ext>
            </a:extLst>
          </p:cNvPr>
          <p:cNvSpPr txBox="1"/>
          <p:nvPr userDrawn="1"/>
        </p:nvSpPr>
        <p:spPr>
          <a:xfrm rot="16200000">
            <a:off x="10180435" y="5106617"/>
            <a:ext cx="2896193" cy="1692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457063">
              <a:defRPr/>
            </a:pPr>
            <a:r>
              <a:rPr lang="en-US" sz="500" kern="1200" spc="300">
                <a:solidFill>
                  <a:srgbClr val="A6A6A6"/>
                </a:solidFill>
                <a:latin typeface="+mn-lt"/>
                <a:ea typeface="+mn-ea"/>
                <a:cs typeface="+mn-cs"/>
              </a:rPr>
              <a:t>2024 WIND RIVER, ALL RIGHTS RESERVED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FAA5C472-29C4-B746-81D0-DAAE2A3E5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651" y="2219097"/>
            <a:ext cx="4887173" cy="1106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REPLACE THIS TITLE WITH YOUR OWN</a:t>
            </a:r>
          </a:p>
          <a:p>
            <a:pPr lvl="0"/>
            <a:r>
              <a:rPr lang="en-GB"/>
              <a:t>(THREE LINES MAX)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82D3AB6-7736-954D-AE1B-96DF1FFD0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9651" y="3735659"/>
            <a:ext cx="4887173" cy="36917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200" b="1" spc="-100" baseline="0">
                <a:solidFill>
                  <a:srgbClr val="30E4D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#START WITH A NUMBER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236E0A-EBE8-1C41-9B66-3B31F2CA26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177" y="4216093"/>
            <a:ext cx="4887173" cy="60683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-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63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126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189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252" indent="0">
              <a:buNone/>
              <a:defRPr sz="3200" b="1" spc="-10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DESCRIBE OR EXPLAIN THE NUMBER HERE. LIMIT</a:t>
            </a:r>
          </a:p>
          <a:p>
            <a:pPr lvl="0"/>
            <a:r>
              <a:rPr lang="en-GB"/>
              <a:t>YOUR DESCRIPTION TO THREE LINES. </a:t>
            </a:r>
          </a:p>
        </p:txBody>
      </p:sp>
      <p:pic>
        <p:nvPicPr>
          <p:cNvPr id="15" name="Picture 14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03425DD8-7BB9-6A4E-A1D1-23133F4B8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132" y="6392507"/>
            <a:ext cx="1090258" cy="247681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FC1BF50-57B4-DE09-92F5-D5607A7181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775939" y="1010233"/>
            <a:ext cx="2241785" cy="2213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900" spc="300">
                <a:solidFill>
                  <a:srgbClr val="A6A6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OPTIONAL TAG</a:t>
            </a:r>
          </a:p>
        </p:txBody>
      </p:sp>
    </p:spTree>
    <p:extLst>
      <p:ext uri="{BB962C8B-B14F-4D97-AF65-F5344CB8AC3E}">
        <p14:creationId xmlns:p14="http://schemas.microsoft.com/office/powerpoint/2010/main" val="8664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7377">
          <p15:clr>
            <a:srgbClr val="FBAE40"/>
          </p15:clr>
        </p15:guide>
        <p15:guide id="5" pos="301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3B9CDB-EC9A-4DBC-8CA3-70EF35DE687C}"/>
              </a:ext>
            </a:extLst>
          </p:cNvPr>
          <p:cNvSpPr/>
          <p:nvPr userDrawn="1"/>
        </p:nvSpPr>
        <p:spPr>
          <a:xfrm>
            <a:off x="1587" y="893"/>
            <a:ext cx="68132" cy="6856214"/>
          </a:xfrm>
          <a:prstGeom prst="rect">
            <a:avLst/>
          </a:prstGeom>
          <a:solidFill>
            <a:srgbClr val="30E3D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9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77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73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lang="en-GB" sz="3200" b="1" kern="1200" spc="-100" baseline="0" smtClean="0">
          <a:solidFill>
            <a:srgbClr val="1C1C1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0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knowncystic.com/2012/05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BAB9A7-31AC-3447-B006-1B85575C8D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671" y="3685066"/>
            <a:ext cx="5067032" cy="212734"/>
          </a:xfrm>
        </p:spPr>
        <p:txBody>
          <a:bodyPr/>
          <a:lstStyle/>
          <a:p>
            <a:r>
              <a:rPr lang="en-GB" sz="1800" dirty="0">
                <a:latin typeface="Arial"/>
                <a:cs typeface="Arial"/>
              </a:rPr>
              <a:t>API/HLR/LLR</a:t>
            </a:r>
          </a:p>
          <a:p>
            <a:r>
              <a:rPr lang="en-GB" sz="1800" dirty="0">
                <a:latin typeface="Arial"/>
                <a:cs typeface="Arial"/>
              </a:rPr>
              <a:t>Manjunatha / Dipesh</a:t>
            </a:r>
          </a:p>
        </p:txBody>
      </p:sp>
    </p:spTree>
    <p:extLst>
      <p:ext uri="{BB962C8B-B14F-4D97-AF65-F5344CB8AC3E}">
        <p14:creationId xmlns:p14="http://schemas.microsoft.com/office/powerpoint/2010/main" val="338134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C7D71A-E367-634E-E27F-9ED393D4E1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2337645-B3AE-FE66-F8D0-D9F377BBF1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5005" y="1726549"/>
            <a:ext cx="5074160" cy="723900"/>
          </a:xfrm>
        </p:spPr>
        <p:txBody>
          <a:bodyPr/>
          <a:lstStyle/>
          <a:p>
            <a:r>
              <a:rPr lang="en-GB" dirty="0"/>
              <a:t>API Specifications</a:t>
            </a:r>
            <a:endParaRPr lang="en-US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C16C211-28D8-E426-6F79-09C73397DFA5}"/>
              </a:ext>
            </a:extLst>
          </p:cNvPr>
          <p:cNvSpPr txBox="1">
            <a:spLocks/>
          </p:cNvSpPr>
          <p:nvPr/>
        </p:nvSpPr>
        <p:spPr>
          <a:xfrm>
            <a:off x="6695744" y="1981176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608872C7-B8AF-53C3-97C2-0254241FAD85}"/>
              </a:ext>
            </a:extLst>
          </p:cNvPr>
          <p:cNvSpPr txBox="1">
            <a:spLocks/>
          </p:cNvSpPr>
          <p:nvPr/>
        </p:nvSpPr>
        <p:spPr>
          <a:xfrm>
            <a:off x="6824997" y="3139892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Arial"/>
                <a:cs typeface="Arial"/>
              </a:rPr>
              <a:t>LLR</a:t>
            </a:r>
            <a:endParaRPr lang="en-US" sz="3200" dirty="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C596C20-A606-57DF-831B-DCAB67789F26}"/>
              </a:ext>
            </a:extLst>
          </p:cNvPr>
          <p:cNvSpPr txBox="1">
            <a:spLocks/>
          </p:cNvSpPr>
          <p:nvPr/>
        </p:nvSpPr>
        <p:spPr>
          <a:xfrm>
            <a:off x="6271392" y="965274"/>
            <a:ext cx="553613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4"/>
                </a:solidFill>
                <a:latin typeface="Arial"/>
                <a:cs typeface="Arial"/>
              </a:rPr>
              <a:t>I.</a:t>
            </a:r>
            <a:endParaRPr lang="en-US">
              <a:solidFill>
                <a:schemeClr val="accent4"/>
              </a:solidFill>
            </a:endParaRP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9984D9E-B308-E27A-E454-E425EDACB740}"/>
              </a:ext>
            </a:extLst>
          </p:cNvPr>
          <p:cNvSpPr txBox="1">
            <a:spLocks/>
          </p:cNvSpPr>
          <p:nvPr/>
        </p:nvSpPr>
        <p:spPr>
          <a:xfrm>
            <a:off x="6271391" y="1747982"/>
            <a:ext cx="424350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II.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D3DBC0B-B4D6-0636-82DC-ED7BB797185C}"/>
              </a:ext>
            </a:extLst>
          </p:cNvPr>
          <p:cNvSpPr txBox="1">
            <a:spLocks/>
          </p:cNvSpPr>
          <p:nvPr/>
        </p:nvSpPr>
        <p:spPr>
          <a:xfrm>
            <a:off x="6271391" y="2458747"/>
            <a:ext cx="424350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III.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891D5DD-E5AB-B511-987C-D9D3C1662FFE}"/>
              </a:ext>
            </a:extLst>
          </p:cNvPr>
          <p:cNvSpPr txBox="1">
            <a:spLocks/>
          </p:cNvSpPr>
          <p:nvPr/>
        </p:nvSpPr>
        <p:spPr>
          <a:xfrm>
            <a:off x="6271386" y="3163929"/>
            <a:ext cx="424350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IV.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1ACF0559-F9E5-2420-3959-AF3A19C980E3}"/>
              </a:ext>
            </a:extLst>
          </p:cNvPr>
          <p:cNvSpPr txBox="1">
            <a:spLocks/>
          </p:cNvSpPr>
          <p:nvPr/>
        </p:nvSpPr>
        <p:spPr>
          <a:xfrm>
            <a:off x="6825005" y="955313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Introduction to RDS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20C4B65E-AB77-6B78-8B18-65588CC60634}"/>
              </a:ext>
            </a:extLst>
          </p:cNvPr>
          <p:cNvSpPr txBox="1">
            <a:spLocks/>
          </p:cNvSpPr>
          <p:nvPr/>
        </p:nvSpPr>
        <p:spPr>
          <a:xfrm>
            <a:off x="6825005" y="2424179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HLR</a:t>
            </a:r>
            <a:endParaRPr lang="en-US" sz="3200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56B0ACF-BAB9-8315-DC5A-0EDB77E6CB4F}"/>
              </a:ext>
            </a:extLst>
          </p:cNvPr>
          <p:cNvSpPr txBox="1">
            <a:spLocks/>
          </p:cNvSpPr>
          <p:nvPr/>
        </p:nvSpPr>
        <p:spPr>
          <a:xfrm>
            <a:off x="6225263" y="5210111"/>
            <a:ext cx="599742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VII.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9F601CC-91BE-A015-B7EA-C4D30EE8D773}"/>
              </a:ext>
            </a:extLst>
          </p:cNvPr>
          <p:cNvSpPr txBox="1">
            <a:spLocks/>
          </p:cNvSpPr>
          <p:nvPr/>
        </p:nvSpPr>
        <p:spPr>
          <a:xfrm>
            <a:off x="6825005" y="5220548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Q&amp;A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8C49D30E-DFA5-E495-E7A5-E87BE5E49770}"/>
              </a:ext>
            </a:extLst>
          </p:cNvPr>
          <p:cNvSpPr txBox="1">
            <a:spLocks/>
          </p:cNvSpPr>
          <p:nvPr/>
        </p:nvSpPr>
        <p:spPr>
          <a:xfrm>
            <a:off x="6824996" y="3854056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5386CB1-DE43-A705-6D16-236233DECF05}"/>
              </a:ext>
            </a:extLst>
          </p:cNvPr>
          <p:cNvSpPr txBox="1">
            <a:spLocks/>
          </p:cNvSpPr>
          <p:nvPr/>
        </p:nvSpPr>
        <p:spPr>
          <a:xfrm>
            <a:off x="6824995" y="4518376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Sample Test </a:t>
            </a:r>
            <a:r>
              <a:rPr lang="en-US" dirty="0" err="1">
                <a:latin typeface="Arial"/>
                <a:cs typeface="Arial"/>
              </a:rPr>
              <a:t>Scnarios</a:t>
            </a:r>
            <a:endParaRPr lang="en-US" sz="3200" dirty="0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F7A59E1-3705-B339-5053-1480D219C9A9}"/>
              </a:ext>
            </a:extLst>
          </p:cNvPr>
          <p:cNvSpPr txBox="1">
            <a:spLocks/>
          </p:cNvSpPr>
          <p:nvPr/>
        </p:nvSpPr>
        <p:spPr>
          <a:xfrm>
            <a:off x="6271386" y="3814802"/>
            <a:ext cx="424350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V.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BC3E23F-0152-8DA3-C5F1-A0812B763505}"/>
              </a:ext>
            </a:extLst>
          </p:cNvPr>
          <p:cNvSpPr txBox="1">
            <a:spLocks/>
          </p:cNvSpPr>
          <p:nvPr/>
        </p:nvSpPr>
        <p:spPr>
          <a:xfrm>
            <a:off x="6225263" y="4507981"/>
            <a:ext cx="475393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VI.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1762111-7405-9208-A106-2FEC5DDFDAEA}"/>
              </a:ext>
            </a:extLst>
          </p:cNvPr>
          <p:cNvSpPr txBox="1">
            <a:spLocks/>
          </p:cNvSpPr>
          <p:nvPr/>
        </p:nvSpPr>
        <p:spPr>
          <a:xfrm>
            <a:off x="6820075" y="3854056"/>
            <a:ext cx="5247497" cy="7239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126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rgbClr val="1C1C1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b="1" kern="1200" spc="-1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Arial"/>
                <a:cs typeface="Arial"/>
              </a:rPr>
              <a:t>HLR &amp; LLR example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340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A5DB-322F-C9F1-B95C-E298D359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5F32A4-C030-5D17-587A-199E7B2FBC0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457325"/>
            <a:ext cx="10647772" cy="4823732"/>
          </a:xfrm>
        </p:spPr>
        <p:txBody>
          <a:bodyPr lIns="91440" tIns="45720" rIns="91440" bIns="45720" anchor="t"/>
          <a:lstStyle/>
          <a:p>
            <a:pPr marL="215900" indent="-215900">
              <a:lnSpc>
                <a:spcPct val="100000"/>
              </a:lnSpc>
            </a:pPr>
            <a:r>
              <a:rPr lang="en-US" dirty="0"/>
              <a:t>It describes the content and format of software API specifications, software high-level requirements (HLR), software architecture, software design and software low-level requirements (LLR).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API Specifications provide the details of the publicly usable APIs published by the software (Definition from RDS)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HLRs describe the intended behavior of the software given a set of inputs, including any effects on the outputs (</a:t>
            </a:r>
            <a:r>
              <a:rPr lang="en-US" i="1" dirty="0"/>
              <a:t>From RDS</a:t>
            </a:r>
            <a:r>
              <a:rPr lang="en-US" dirty="0"/>
              <a:t>)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The low-level Requirements (LLR) describe the actions taken on inputs to generate the outputs of the software, with inputs from the HLRs and the architecture and design (</a:t>
            </a:r>
            <a:r>
              <a:rPr lang="en-US" i="1" dirty="0"/>
              <a:t>From RDS</a:t>
            </a:r>
            <a:r>
              <a:rPr lang="en-US" dirty="0"/>
              <a:t>)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  </a:t>
            </a:r>
          </a:p>
          <a:p>
            <a:pPr marL="715645" lvl="1" indent="-215900">
              <a:lnSpc>
                <a:spcPct val="100000"/>
              </a:lnSpc>
            </a:pPr>
            <a:endParaRPr lang="en-US" sz="1800" dirty="0"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171AD7-AD21-92A2-3D10-D606CCF77A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Introduction to RDS</a:t>
            </a:r>
          </a:p>
          <a:p>
            <a:r>
              <a:rPr lang="en-GB" dirty="0"/>
              <a:t>(Requirement and Design Standards)</a:t>
            </a:r>
          </a:p>
        </p:txBody>
      </p:sp>
    </p:spTree>
    <p:extLst>
      <p:ext uri="{BB962C8B-B14F-4D97-AF65-F5344CB8AC3E}">
        <p14:creationId xmlns:p14="http://schemas.microsoft.com/office/powerpoint/2010/main" val="41798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0162-B868-0390-90F3-3DFB833D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9D8E5B-FFD9-1F81-CEAC-07E8D14ADE0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457325"/>
            <a:ext cx="10647772" cy="4823732"/>
          </a:xfrm>
        </p:spPr>
        <p:txBody>
          <a:bodyPr lIns="91440" tIns="45720" rIns="91440" bIns="45720" anchor="t"/>
          <a:lstStyle/>
          <a:p>
            <a:pPr marL="215900" indent="-215900">
              <a:lnSpc>
                <a:spcPct val="100000"/>
              </a:lnSpc>
            </a:pPr>
            <a:r>
              <a:rPr lang="en-US" dirty="0"/>
              <a:t>The specification should be adequate to allow the user to use the API programmatically, similar to a user manual or a page from an operating system manual 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The API Specifications consist of the following information: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Description</a:t>
            </a:r>
          </a:p>
          <a:p>
            <a:pPr lvl="1"/>
            <a:r>
              <a:rPr lang="en-US" sz="1800" dirty="0"/>
              <a:t>Function Prototype </a:t>
            </a:r>
          </a:p>
          <a:p>
            <a:pPr lvl="1"/>
            <a:r>
              <a:rPr lang="en-US" sz="1800" dirty="0"/>
              <a:t>Parameter List </a:t>
            </a:r>
          </a:p>
          <a:p>
            <a:pPr lvl="1"/>
            <a:r>
              <a:rPr lang="en-US" sz="1800" dirty="0"/>
              <a:t>Return Values </a:t>
            </a:r>
          </a:p>
          <a:p>
            <a:pPr lvl="1"/>
            <a:r>
              <a:rPr lang="en-US" sz="1800" dirty="0" err="1"/>
              <a:t>Globals</a:t>
            </a:r>
            <a:endParaRPr lang="en-US" sz="1800" dirty="0"/>
          </a:p>
          <a:p>
            <a:pPr lvl="1"/>
            <a:endParaRPr lang="en-US" dirty="0"/>
          </a:p>
          <a:p>
            <a:pPr lvl="1"/>
            <a:endParaRPr lang="en-US" sz="1800" dirty="0"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endParaRPr lang="en-US"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E76123-8F32-DEC1-833A-58CDA65A6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API (</a:t>
            </a:r>
            <a:r>
              <a:rPr lang="en-US" dirty="0"/>
              <a:t>Application Programming Interface</a:t>
            </a:r>
            <a:r>
              <a:rPr lang="en-GB" dirty="0"/>
              <a:t>) </a:t>
            </a:r>
          </a:p>
          <a:p>
            <a:r>
              <a:rPr lang="en-GB" dirty="0"/>
              <a:t>Specification</a:t>
            </a:r>
          </a:p>
        </p:txBody>
      </p:sp>
    </p:spTree>
    <p:extLst>
      <p:ext uri="{BB962C8B-B14F-4D97-AF65-F5344CB8AC3E}">
        <p14:creationId xmlns:p14="http://schemas.microsoft.com/office/powerpoint/2010/main" val="253699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A096-FA82-D6F7-83D5-DBB7943B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4A9B1C-37F6-A85D-453F-001B4973C3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267675"/>
            <a:ext cx="10647772" cy="5371676"/>
          </a:xfrm>
        </p:spPr>
        <p:txBody>
          <a:bodyPr lIns="91440" tIns="45720" rIns="91440" bIns="45720" anchor="t"/>
          <a:lstStyle/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Prototype Example: </a:t>
            </a:r>
          </a:p>
          <a:p>
            <a:pPr lvl="1"/>
            <a:r>
              <a:rPr lang="en-US" sz="1800" dirty="0"/>
              <a:t>LOCAL int </a:t>
            </a:r>
            <a:r>
              <a:rPr lang="en-US" sz="1800" dirty="0" err="1"/>
              <a:t>vxbSpiFlashRead</a:t>
            </a:r>
            <a:r>
              <a:rPr lang="en-US" sz="1800" dirty="0"/>
              <a:t>(FLASH_CHIP_ID </a:t>
            </a:r>
            <a:r>
              <a:rPr lang="en-US" sz="1800" dirty="0" err="1"/>
              <a:t>pFlashChip</a:t>
            </a:r>
            <a:r>
              <a:rPr lang="en-US" sz="1800" dirty="0"/>
              <a:t>, FLASH_ADDR_T </a:t>
            </a:r>
            <a:r>
              <a:rPr lang="en-US" sz="1800" dirty="0" err="1"/>
              <a:t>uAddr</a:t>
            </a:r>
            <a:r>
              <a:rPr lang="en-US" sz="1800" dirty="0"/>
              <a:t>, UINT32 </a:t>
            </a:r>
            <a:r>
              <a:rPr lang="en-US" sz="1800" dirty="0" err="1"/>
              <a:t>uBufCount</a:t>
            </a:r>
            <a:r>
              <a:rPr lang="en-US" sz="1800" dirty="0"/>
              <a:t>, FLASH_SIZE_T </a:t>
            </a:r>
            <a:r>
              <a:rPr lang="en-US" sz="1800" dirty="0" err="1"/>
              <a:t>uBufLen</a:t>
            </a:r>
            <a:r>
              <a:rPr lang="en-US" sz="1800" dirty="0"/>
              <a:t>, UINT8 **</a:t>
            </a:r>
            <a:r>
              <a:rPr lang="en-US" sz="1800" dirty="0" err="1"/>
              <a:t>ppBuf</a:t>
            </a:r>
            <a:r>
              <a:rPr lang="en-US" sz="1800" dirty="0"/>
              <a:t>, void *op)</a:t>
            </a:r>
          </a:p>
          <a:p>
            <a:r>
              <a:rPr lang="en-US" dirty="0"/>
              <a:t>Description Example: 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This function returns [ERROR]: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when the address of flash chip [</a:t>
            </a:r>
            <a:r>
              <a:rPr lang="en-US" sz="1800" dirty="0" err="1"/>
              <a:t>pFlashChip</a:t>
            </a:r>
            <a:r>
              <a:rPr lang="en-US" sz="1800" dirty="0"/>
              <a:t>] is invalid</a:t>
            </a:r>
          </a:p>
          <a:p>
            <a:pPr marL="215900" lvl="1" indent="-215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Parameters</a:t>
            </a:r>
            <a:endParaRPr lang="en-US" sz="1800" dirty="0"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endParaRPr lang="en-US" sz="1800" dirty="0">
              <a:latin typeface="Arial"/>
              <a:cs typeface="Arial"/>
            </a:endParaRPr>
          </a:p>
          <a:p>
            <a:pPr marL="215900" lvl="1" indent="-215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Return Values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0C2C8-B016-1B54-D9E2-B38C4AEC21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API (</a:t>
            </a:r>
            <a:r>
              <a:rPr lang="en-US" dirty="0"/>
              <a:t>Application Programming Interface</a:t>
            </a:r>
            <a:r>
              <a:rPr lang="en-GB" dirty="0"/>
              <a:t>) Specification (Contd..)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429BE8-7608-5F4A-AC19-CD001C819217}"/>
              </a:ext>
            </a:extLst>
          </p:cNvPr>
          <p:cNvGraphicFramePr>
            <a:graphicFrameLocks noGrp="1"/>
          </p:cNvGraphicFramePr>
          <p:nvPr/>
        </p:nvGraphicFramePr>
        <p:xfrm>
          <a:off x="1213778" y="4304735"/>
          <a:ext cx="103055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216">
                  <a:extLst>
                    <a:ext uri="{9D8B030D-6E8A-4147-A177-3AD203B41FA5}">
                      <a16:colId xmlns:a16="http://schemas.microsoft.com/office/drawing/2014/main" val="2648304550"/>
                    </a:ext>
                  </a:extLst>
                </a:gridCol>
                <a:gridCol w="1609061">
                  <a:extLst>
                    <a:ext uri="{9D8B030D-6E8A-4147-A177-3AD203B41FA5}">
                      <a16:colId xmlns:a16="http://schemas.microsoft.com/office/drawing/2014/main" val="2856686493"/>
                    </a:ext>
                  </a:extLst>
                </a:gridCol>
                <a:gridCol w="1958003">
                  <a:extLst>
                    <a:ext uri="{9D8B030D-6E8A-4147-A177-3AD203B41FA5}">
                      <a16:colId xmlns:a16="http://schemas.microsoft.com/office/drawing/2014/main" val="3711332597"/>
                    </a:ext>
                  </a:extLst>
                </a:gridCol>
                <a:gridCol w="2268479">
                  <a:extLst>
                    <a:ext uri="{9D8B030D-6E8A-4147-A177-3AD203B41FA5}">
                      <a16:colId xmlns:a16="http://schemas.microsoft.com/office/drawing/2014/main" val="3978263718"/>
                    </a:ext>
                  </a:extLst>
                </a:gridCol>
                <a:gridCol w="3077802">
                  <a:extLst>
                    <a:ext uri="{9D8B030D-6E8A-4147-A177-3AD203B41FA5}">
                      <a16:colId xmlns:a16="http://schemas.microsoft.com/office/drawing/2014/main" val="1058605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Parameter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Input/Output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Type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Range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7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pFlashChip</a:t>
                      </a:r>
                      <a:endParaRPr lang="en-US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Input</a:t>
                      </a:r>
                      <a:endParaRPr lang="en-US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FLASH_CHIP_ID</a:t>
                      </a:r>
                      <a:endParaRPr lang="en-US" sz="1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 to [UINT64_MAX]]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flash chip identifier.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74527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ED81F9-A1E0-9D2A-C05C-490C8E9D15B2}"/>
              </a:ext>
            </a:extLst>
          </p:cNvPr>
          <p:cNvGraphicFramePr>
            <a:graphicFrameLocks noGrp="1"/>
          </p:cNvGraphicFramePr>
          <p:nvPr/>
        </p:nvGraphicFramePr>
        <p:xfrm>
          <a:off x="1213778" y="5590325"/>
          <a:ext cx="89392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782">
                  <a:extLst>
                    <a:ext uri="{9D8B030D-6E8A-4147-A177-3AD203B41FA5}">
                      <a16:colId xmlns:a16="http://schemas.microsoft.com/office/drawing/2014/main" val="2648304550"/>
                    </a:ext>
                  </a:extLst>
                </a:gridCol>
                <a:gridCol w="6335433">
                  <a:extLst>
                    <a:ext uri="{9D8B030D-6E8A-4147-A177-3AD203B41FA5}">
                      <a16:colId xmlns:a16="http://schemas.microsoft.com/office/drawing/2014/main" val="1058605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Values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7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[ERROR]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fontAlgn="t" latinLnBrk="0" hangingPunct="1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 the address of flash chip [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pFlashChip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is invalid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74527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56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4A46-C443-185E-902E-DE3AAD9D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28F1BE-D926-E57F-0F01-39DEC311EF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267675"/>
            <a:ext cx="10647772" cy="5371676"/>
          </a:xfrm>
        </p:spPr>
        <p:txBody>
          <a:bodyPr lIns="91440" tIns="45720" rIns="91440" bIns="45720" anchor="t"/>
          <a:lstStyle/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Why we need APIs? </a:t>
            </a:r>
          </a:p>
          <a:p>
            <a:pPr lvl="1"/>
            <a:r>
              <a:rPr lang="en-US" sz="1800" dirty="0"/>
              <a:t>Enables portability</a:t>
            </a:r>
          </a:p>
          <a:p>
            <a:pPr lvl="1"/>
            <a:r>
              <a:rPr lang="en-US" sz="1800" dirty="0"/>
              <a:t>Improves Maintainability</a:t>
            </a:r>
          </a:p>
          <a:p>
            <a:pPr lvl="1"/>
            <a:r>
              <a:rPr lang="en-US" sz="1800" dirty="0"/>
              <a:t>Allows Parallel Development (b/n HW and SW teams)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5F1119-C8A3-CB7D-0EF5-0383A9A1DA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API (</a:t>
            </a:r>
            <a:r>
              <a:rPr lang="en-US" dirty="0"/>
              <a:t>Application Programming Interface</a:t>
            </a:r>
            <a:r>
              <a:rPr lang="en-GB" dirty="0"/>
              <a:t>) Specification (Contd..)</a:t>
            </a:r>
          </a:p>
        </p:txBody>
      </p:sp>
    </p:spTree>
    <p:extLst>
      <p:ext uri="{BB962C8B-B14F-4D97-AF65-F5344CB8AC3E}">
        <p14:creationId xmlns:p14="http://schemas.microsoft.com/office/powerpoint/2010/main" val="62197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1856A-1DDD-A88C-85F0-EFB0FD6B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374002-7949-0551-2250-2333130220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457325"/>
            <a:ext cx="10647772" cy="4823732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dirty="0"/>
              <a:t>HLR describes </a:t>
            </a:r>
            <a:r>
              <a:rPr lang="en-US" b="1" dirty="0"/>
              <a:t>what the system should do</a:t>
            </a:r>
            <a:r>
              <a:rPr lang="en-US" dirty="0"/>
              <a:t> from a </a:t>
            </a:r>
            <a:r>
              <a:rPr lang="en-US" b="1" dirty="0"/>
              <a:t>user or system perspective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dirty="0"/>
              <a:t>    It is </a:t>
            </a:r>
            <a:r>
              <a:rPr lang="en-US" b="1" dirty="0"/>
              <a:t>abstract</a:t>
            </a:r>
            <a:r>
              <a:rPr lang="en-US" dirty="0"/>
              <a:t>, not tied to implementation details.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An HLR consists of:</a:t>
            </a:r>
          </a:p>
          <a:p>
            <a:pPr lvl="1"/>
            <a:r>
              <a:rPr lang="en-US" sz="1800" dirty="0"/>
              <a:t>Identifier </a:t>
            </a:r>
          </a:p>
          <a:p>
            <a:pPr lvl="1"/>
            <a:r>
              <a:rPr lang="en-US" sz="1800" dirty="0"/>
              <a:t>Requirement statement </a:t>
            </a:r>
          </a:p>
          <a:p>
            <a:pPr lvl="1"/>
            <a:endParaRPr lang="en-US" dirty="0">
              <a:latin typeface="Arial"/>
              <a:cs typeface="Arial"/>
            </a:endParaRPr>
          </a:p>
          <a:p>
            <a:pPr marL="215900" lvl="1" indent="-215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Example: [vxbSpiFlashRead_HLR_01]</a:t>
            </a:r>
          </a:p>
          <a:p>
            <a:pPr lvl="1"/>
            <a:r>
              <a:rPr lang="en-US" sz="1800" dirty="0"/>
              <a:t>[</a:t>
            </a:r>
            <a:r>
              <a:rPr lang="en-US" sz="1800" dirty="0" err="1"/>
              <a:t>vxbSpiFlashRead</a:t>
            </a:r>
            <a:r>
              <a:rPr lang="en-US" sz="1800" dirty="0"/>
              <a:t>] shall return [ERROR] when any of the following conditions are satisfied:</a:t>
            </a:r>
          </a:p>
          <a:p>
            <a:pPr lvl="2"/>
            <a:r>
              <a:rPr lang="en-US" sz="1800" dirty="0"/>
              <a:t>if the address of flash chip [</a:t>
            </a:r>
            <a:r>
              <a:rPr lang="en-US" sz="1800" dirty="0" err="1"/>
              <a:t>pFlashChip</a:t>
            </a:r>
            <a:r>
              <a:rPr lang="en-US" sz="1800" dirty="0"/>
              <a:t>] is invalid</a:t>
            </a:r>
          </a:p>
          <a:p>
            <a:pPr lvl="1"/>
            <a:endParaRPr lang="en-US" sz="1800" dirty="0"/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D01AF0-2C1A-2623-F346-E8866DAFC8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HLR (High Level Requirement)</a:t>
            </a:r>
          </a:p>
        </p:txBody>
      </p:sp>
    </p:spTree>
    <p:extLst>
      <p:ext uri="{BB962C8B-B14F-4D97-AF65-F5344CB8AC3E}">
        <p14:creationId xmlns:p14="http://schemas.microsoft.com/office/powerpoint/2010/main" val="23825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030E-8B6B-D6E3-4C6B-886EA98F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8B3670-8794-C43F-F2F5-993FAE47CC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083" y="1457325"/>
            <a:ext cx="10647772" cy="4823732"/>
          </a:xfrm>
        </p:spPr>
        <p:txBody>
          <a:bodyPr lIns="91440" tIns="45720" rIns="91440" bIns="45720" anchor="t"/>
          <a:lstStyle/>
          <a:p>
            <a:r>
              <a:rPr lang="en-US" dirty="0"/>
              <a:t>LLR describes </a:t>
            </a:r>
            <a:r>
              <a:rPr lang="en-US" b="1" dirty="0"/>
              <a:t>how each high-level requirement will be implemented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It is </a:t>
            </a:r>
            <a:r>
              <a:rPr lang="en-US" b="1" dirty="0"/>
              <a:t>detailed, technical, and specific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r>
              <a:rPr lang="en-US" dirty="0"/>
              <a:t>The output/behavior should be mentioned first in a requirement, followed by the conditions under which that output/behavior occurs  (</a:t>
            </a:r>
            <a:r>
              <a:rPr lang="en-US" i="1" dirty="0"/>
              <a:t>From RDS</a:t>
            </a:r>
            <a:r>
              <a:rPr lang="en-US" dirty="0"/>
              <a:t>)</a:t>
            </a:r>
          </a:p>
          <a:p>
            <a:pPr marL="215900" lvl="1" indent="-215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800" dirty="0"/>
              <a:t>Example: vxbSpiFlashRead_LLR_01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[</a:t>
            </a:r>
            <a:r>
              <a:rPr lang="en-US" sz="1800" dirty="0" err="1">
                <a:latin typeface="Arial"/>
                <a:cs typeface="Arial"/>
              </a:rPr>
              <a:t>vxbSpiFlashRead</a:t>
            </a:r>
            <a:r>
              <a:rPr lang="en-US" sz="1800" dirty="0">
                <a:latin typeface="Arial"/>
                <a:cs typeface="Arial"/>
              </a:rPr>
              <a:t>] shall validate the address of flash chip as follows:</a:t>
            </a:r>
          </a:p>
          <a:p>
            <a:pPr lvl="2"/>
            <a:r>
              <a:rPr lang="en-US" sz="1800" dirty="0">
                <a:latin typeface="Arial"/>
                <a:cs typeface="Arial"/>
              </a:rPr>
              <a:t>if [</a:t>
            </a:r>
            <a:r>
              <a:rPr lang="en-US" sz="1800" dirty="0" err="1">
                <a:latin typeface="Arial"/>
                <a:cs typeface="Arial"/>
              </a:rPr>
              <a:t>pFlashChip</a:t>
            </a:r>
            <a:r>
              <a:rPr lang="en-US" sz="1800" dirty="0">
                <a:latin typeface="Arial"/>
                <a:cs typeface="Arial"/>
              </a:rPr>
              <a:t>] is equal to [NULL]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800" dirty="0">
                <a:latin typeface="Arial"/>
                <a:cs typeface="Arial"/>
              </a:rPr>
              <a:t>return [ERROR]</a:t>
            </a:r>
          </a:p>
          <a:p>
            <a:pPr marL="215900" indent="-215900">
              <a:lnSpc>
                <a:spcPct val="100000"/>
              </a:lnSpc>
            </a:pPr>
            <a:endParaRPr lang="en-US" dirty="0"/>
          </a:p>
          <a:p>
            <a:pPr marL="215900" indent="-215900">
              <a:lnSpc>
                <a:spcPct val="100000"/>
              </a:lnSpc>
            </a:pPr>
            <a:endParaRPr lang="en-US"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D7887B-F295-B93C-58AB-D6B127BBE7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LLR (Low Level Requirement)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15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7FE8EF-74D9-6065-178A-62EA2C512AE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213" y="1457325"/>
            <a:ext cx="8605632" cy="484388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High-Level Requirements (HLR)</a:t>
            </a:r>
          </a:p>
          <a:p>
            <a:pPr marL="309026" lvl="1" indent="0">
              <a:buNone/>
            </a:pPr>
            <a:r>
              <a:rPr lang="en-US" sz="1800" dirty="0"/>
              <a:t>HLR-1: The system shall measure ambient temperature.</a:t>
            </a:r>
          </a:p>
          <a:p>
            <a:pPr marL="309026" lvl="1" indent="0">
              <a:buNone/>
            </a:pPr>
            <a:r>
              <a:rPr lang="en-US" sz="1800" dirty="0"/>
              <a:t>HLR-2: The system shall maintain temperature within the user-defined range.</a:t>
            </a:r>
          </a:p>
          <a:p>
            <a:pPr marL="309026" lvl="1" indent="0">
              <a:buNone/>
            </a:pPr>
            <a:r>
              <a:rPr lang="en-US" sz="1800" dirty="0"/>
              <a:t>HLR-3: The system shall display current temperature.</a:t>
            </a:r>
          </a:p>
          <a:p>
            <a:pPr marL="309026" lvl="1" indent="0">
              <a:buNone/>
            </a:pPr>
            <a:r>
              <a:rPr lang="en-US" sz="1800" dirty="0"/>
              <a:t>HLR-4: The system shall activate heating or cooling as needed.</a:t>
            </a:r>
          </a:p>
          <a:p>
            <a:r>
              <a:rPr lang="en-US" b="1" dirty="0"/>
              <a:t>Low-Level Requirements (LLR)</a:t>
            </a:r>
          </a:p>
          <a:p>
            <a:pPr marL="309026" lvl="1" indent="0">
              <a:buNone/>
            </a:pPr>
            <a:r>
              <a:rPr lang="en-US" sz="1800" dirty="0"/>
              <a:t>LLR-1.1: The system shall read temperature from a digital sensor (I²C) every 500 </a:t>
            </a:r>
            <a:r>
              <a:rPr lang="en-US" sz="1800" dirty="0" err="1"/>
              <a:t>ms.</a:t>
            </a:r>
            <a:endParaRPr lang="en-US" sz="1800" dirty="0"/>
          </a:p>
          <a:p>
            <a:pPr marL="309026" lvl="1" indent="0">
              <a:buNone/>
            </a:pPr>
            <a:r>
              <a:rPr lang="en-US" sz="1800" dirty="0"/>
              <a:t>LLR-2.1: If temperature &lt; setpoint − 1°C, set GPIO_HEATER = HIGH.</a:t>
            </a:r>
          </a:p>
          <a:p>
            <a:pPr marL="309026" lvl="1" indent="0">
              <a:buNone/>
            </a:pPr>
            <a:r>
              <a:rPr lang="en-US" sz="1800" dirty="0"/>
              <a:t>LLR-2.2: If temperature &gt; setpoint + 1°C, set GPIO_COOLER = HIGH.</a:t>
            </a:r>
          </a:p>
          <a:p>
            <a:pPr marL="309026" lvl="1" indent="0">
              <a:buNone/>
            </a:pPr>
            <a:r>
              <a:rPr lang="en-US" sz="1800" dirty="0"/>
              <a:t>LLR-3.1: The LCD shall be updated with current temperature value every 1 second.</a:t>
            </a:r>
          </a:p>
          <a:p>
            <a:pPr marL="309026" lvl="1" indent="0">
              <a:buNone/>
            </a:pPr>
            <a:r>
              <a:rPr lang="en-US" sz="1800" dirty="0"/>
              <a:t>LLR-4.1: Relay control shall use GPIO pin P2.3.</a:t>
            </a:r>
          </a:p>
          <a:p>
            <a:pPr marL="309026" lvl="1" indent="0">
              <a:buNone/>
            </a:pPr>
            <a:endParaRPr lang="en-US" sz="1800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65B96-CD0A-DCC1-9CD3-28D40F7ECD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HLR and LLR –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E23F5-4440-DA81-C1BB-F549C12AC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684" y="1778242"/>
            <a:ext cx="3171701" cy="211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E68F9B-C88F-334F-ED6F-9D267FC5862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u="sng" dirty="0"/>
              <a:t>Test 1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Set </a:t>
            </a:r>
            <a:r>
              <a:rPr lang="en-US" b="1" dirty="0"/>
              <a:t>setpoint</a:t>
            </a:r>
            <a:r>
              <a:rPr lang="en-US" dirty="0"/>
              <a:t> to 25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Inject </a:t>
            </a:r>
            <a:r>
              <a:rPr lang="en-US" b="1" dirty="0"/>
              <a:t>ambient temperature</a:t>
            </a:r>
            <a:r>
              <a:rPr lang="en-US" dirty="0"/>
              <a:t> to 27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Expected Output is GPIO_COOLER is set to HIGH</a:t>
            </a:r>
          </a:p>
          <a:p>
            <a:pPr>
              <a:spcBef>
                <a:spcPts val="0"/>
              </a:spcBef>
            </a:pPr>
            <a:r>
              <a:rPr lang="en-US" u="sng" dirty="0"/>
              <a:t>Test 2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Set </a:t>
            </a:r>
            <a:r>
              <a:rPr lang="en-US" b="1" dirty="0"/>
              <a:t>setpoint</a:t>
            </a:r>
            <a:r>
              <a:rPr lang="en-US" dirty="0"/>
              <a:t> to 29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Inject </a:t>
            </a:r>
            <a:r>
              <a:rPr lang="en-US" b="1" dirty="0"/>
              <a:t>ambient temperature</a:t>
            </a:r>
            <a:r>
              <a:rPr lang="en-US" dirty="0"/>
              <a:t> to 27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Expected Output is GPIO_HEATER is set to HIGH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ED422-90F4-9C8F-1A65-F9784B4AE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Sample Test Scenarios</a:t>
            </a:r>
          </a:p>
        </p:txBody>
      </p:sp>
    </p:spTree>
    <p:extLst>
      <p:ext uri="{BB962C8B-B14F-4D97-AF65-F5344CB8AC3E}">
        <p14:creationId xmlns:p14="http://schemas.microsoft.com/office/powerpoint/2010/main" val="372085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CDC1-8610-7731-1C20-769384C0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FE4FAB-3CF5-9CAB-5AF0-33CB985BAFF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u="sng" dirty="0"/>
              <a:t>Test 3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Set </a:t>
            </a:r>
            <a:r>
              <a:rPr lang="en-US" b="1" dirty="0"/>
              <a:t>setpoint</a:t>
            </a:r>
            <a:r>
              <a:rPr lang="en-US" dirty="0"/>
              <a:t> to 25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Inject </a:t>
            </a:r>
            <a:r>
              <a:rPr lang="en-US" b="1" dirty="0"/>
              <a:t>ambient temperature</a:t>
            </a:r>
            <a:r>
              <a:rPr lang="en-US" dirty="0"/>
              <a:t> to 25 </a:t>
            </a:r>
            <a:r>
              <a:rPr lang="en-US" dirty="0" err="1"/>
              <a:t>degC</a:t>
            </a:r>
            <a:r>
              <a:rPr lang="en-US" dirty="0"/>
              <a:t>.</a:t>
            </a: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en-US" dirty="0"/>
              <a:t>Expected Output is GPIO_COOLER/GPIO_HEATER are set to LOW</a:t>
            </a:r>
          </a:p>
          <a:p>
            <a:pPr>
              <a:spcBef>
                <a:spcPts val="0"/>
              </a:spcBef>
            </a:pPr>
            <a:r>
              <a:rPr lang="en-US" u="sng" dirty="0"/>
              <a:t>Test 4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Monitor the LCD display for 5 seconds while heating/cooling.</a:t>
            </a:r>
          </a:p>
          <a:p>
            <a:pPr>
              <a:spcBef>
                <a:spcPts val="0"/>
              </a:spcBef>
            </a:pPr>
            <a:r>
              <a:rPr lang="en-US" u="sng" dirty="0"/>
              <a:t>Test 5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Inject ambient temperature to 26.5 </a:t>
            </a:r>
            <a:r>
              <a:rPr lang="en-US" dirty="0" err="1"/>
              <a:t>degC</a:t>
            </a:r>
            <a:r>
              <a:rPr lang="en-US" dirty="0"/>
              <a:t>. Keep setpoint to a known value.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Expected Output is the LCD display shows 26.5 +/- display resolution.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C6C3D-560C-4E27-48E2-3FA72E1450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Sample Test Scenarios (</a:t>
            </a:r>
            <a:r>
              <a:rPr lang="en-US" dirty="0" err="1"/>
              <a:t>Contd</a:t>
            </a:r>
            <a:r>
              <a:rPr lang="en-US" dirty="0"/>
              <a:t> ..)</a:t>
            </a:r>
          </a:p>
        </p:txBody>
      </p:sp>
    </p:spTree>
    <p:extLst>
      <p:ext uri="{BB962C8B-B14F-4D97-AF65-F5344CB8AC3E}">
        <p14:creationId xmlns:p14="http://schemas.microsoft.com/office/powerpoint/2010/main" val="319353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gnifying glass over questions&#10;&#10;AI-generated content may be incorrect.">
            <a:extLst>
              <a:ext uri="{FF2B5EF4-FFF2-40B4-BE49-F238E27FC236}">
                <a16:creationId xmlns:a16="http://schemas.microsoft.com/office/drawing/2014/main" id="{21DFC5C6-A099-4870-CA15-D0BE908D9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899"/>
          <a:stretch/>
        </p:blipFill>
        <p:spPr>
          <a:xfrm>
            <a:off x="6094415" y="1142405"/>
            <a:ext cx="5427026" cy="4279987"/>
          </a:xfrm>
          <a:prstGeom prst="rect">
            <a:avLst/>
          </a:prstGeom>
          <a:noFill/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D0D0F6C-22D0-9890-94E3-C4A9CE855C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651" y="2219097"/>
            <a:ext cx="4887173" cy="1106219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Questions?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21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Wind River Ligh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C1C1C"/>
      </a:accent1>
      <a:accent2>
        <a:srgbClr val="A6A6A6"/>
      </a:accent2>
      <a:accent3>
        <a:srgbClr val="05ADA4"/>
      </a:accent3>
      <a:accent4>
        <a:srgbClr val="30E4D0"/>
      </a:accent4>
      <a:accent5>
        <a:srgbClr val="FF505C"/>
      </a:accent5>
      <a:accent6>
        <a:srgbClr val="6C9693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8AE4346B-C044-434E-89F4-05B4B7D3BD39}" vid="{F4EE598B-850E-0D42-B5A2-BD7E119B91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1AA96A18790F409012D9479977B2A7" ma:contentTypeVersion="6" ma:contentTypeDescription="Create a new document." ma:contentTypeScope="" ma:versionID="fce5383e1a735bf8cc38fba2499c3982">
  <xsd:schema xmlns:xsd="http://www.w3.org/2001/XMLSchema" xmlns:xs="http://www.w3.org/2001/XMLSchema" xmlns:p="http://schemas.microsoft.com/office/2006/metadata/properties" xmlns:ns2="0c36092b-8ec2-40bd-b469-d1fe4f1e7785" xmlns:ns3="4ef5370d-0587-46c6-9519-7bb32c597508" targetNamespace="http://schemas.microsoft.com/office/2006/metadata/properties" ma:root="true" ma:fieldsID="62d13f5248dd1abf9e73f4ef01236e98" ns2:_="" ns3:_="">
    <xsd:import namespace="0c36092b-8ec2-40bd-b469-d1fe4f1e7785"/>
    <xsd:import namespace="4ef5370d-0587-46c6-9519-7bb32c597508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hidden="true" ma:list="{84829774-082f-4e28-82da-e4b7d94890d7}" ma:internalName="TaxCatchAll" ma:showField="CatchAllData" ma:web="c7ad77db-43ce-4e1a-8a24-a38e8f6d0d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hidden="true" ma:list="{84829774-082f-4e28-82da-e4b7d94890d7}" ma:internalName="TaxCatchAllLabel" ma:readOnly="true" ma:showField="CatchAllDataLabel" ma:web="c7ad77db-43ce-4e1a-8a24-a38e8f6d0d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readOnly="false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readOnly="false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readOnly="fals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5370d-0587-46c6-9519-7bb32c5975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0759a5942f41c695b775aef8208f3e xmlns="0c36092b-8ec2-40bd-b469-d1fe4f1e7785">
      <Terms xmlns="http://schemas.microsoft.com/office/infopath/2007/PartnerControls"/>
    </ka0759a5942f41c695b775aef8208f3e>
    <TaxCatchAll xmlns="0c36092b-8ec2-40bd-b469-d1fe4f1e7785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</documentManagement>
</p:properties>
</file>

<file path=customXml/item4.xml><?xml version="1.0" encoding="utf-8"?>
<?mso-contentType ?>
<SharedContentType xmlns="Microsoft.SharePoint.Taxonomy.ContentTypeSync" SourceId="9f8ee6ba-22ae-4b18-a96b-b6990d3e2b67" ContentTypeId="0x01" PreviousValue="false"/>
</file>

<file path=customXml/itemProps1.xml><?xml version="1.0" encoding="utf-8"?>
<ds:datastoreItem xmlns:ds="http://schemas.openxmlformats.org/officeDocument/2006/customXml" ds:itemID="{175D5A76-E9AE-4451-9259-ABB99DCD9D74}">
  <ds:schemaRefs>
    <ds:schemaRef ds:uri="0c36092b-8ec2-40bd-b469-d1fe4f1e7785"/>
    <ds:schemaRef ds:uri="4ef5370d-0587-46c6-9519-7bb32c5975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4AC8941-AE55-4A47-B568-A93A9901EC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CFF0FD-8E9F-475A-B1D8-B0592C032455}">
  <ds:schemaRefs>
    <ds:schemaRef ds:uri="0c36092b-8ec2-40bd-b469-d1fe4f1e7785"/>
    <ds:schemaRef ds:uri="4ef5370d-0587-46c6-9519-7bb32c5975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10515E6-DCD6-431F-A43A-B410A29F4E1C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3ea094ce-8c76-406f-84c8-0af1663f74b7}" enabled="1" method="Privileged" siteId="{8ddb2873-a1ad-4a18-ae4e-4644631433b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824</Words>
  <Application>Microsoft Office PowerPoint</Application>
  <PresentationFormat>Widescreen</PresentationFormat>
  <Paragraphs>137</Paragraphs>
  <Slides>12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APTIV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Rousell, Kiona</dc:creator>
  <cp:lastModifiedBy>Pokhrel, Dipesh Kumar</cp:lastModifiedBy>
  <cp:revision>7</cp:revision>
  <dcterms:created xsi:type="dcterms:W3CDTF">2025-03-17T14:03:04Z</dcterms:created>
  <dcterms:modified xsi:type="dcterms:W3CDTF">2026-01-18T16:57:11Z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45d81b-0f42-495e-8347-551223c9dd3e_Enabled">
    <vt:lpwstr>true</vt:lpwstr>
  </property>
  <property fmtid="{D5CDD505-2E9C-101B-9397-08002B2CF9AE}" pid="3" name="MSIP_Label_e545d81b-0f42-495e-8347-551223c9dd3e_SetDate">
    <vt:lpwstr>2025-03-17T14:23:50Z</vt:lpwstr>
  </property>
  <property fmtid="{D5CDD505-2E9C-101B-9397-08002B2CF9AE}" pid="4" name="MSIP_Label_e545d81b-0f42-495e-8347-551223c9dd3e_Method">
    <vt:lpwstr>Privileged</vt:lpwstr>
  </property>
  <property fmtid="{D5CDD505-2E9C-101B-9397-08002B2CF9AE}" pid="5" name="MSIP_Label_e545d81b-0f42-495e-8347-551223c9dd3e_Name">
    <vt:lpwstr>Internal</vt:lpwstr>
  </property>
  <property fmtid="{D5CDD505-2E9C-101B-9397-08002B2CF9AE}" pid="6" name="MSIP_Label_e545d81b-0f42-495e-8347-551223c9dd3e_SiteId">
    <vt:lpwstr>6b1311e5-123f-49db-acdf-8847c2d00bed</vt:lpwstr>
  </property>
  <property fmtid="{D5CDD505-2E9C-101B-9397-08002B2CF9AE}" pid="7" name="MSIP_Label_e545d81b-0f42-495e-8347-551223c9dd3e_ActionId">
    <vt:lpwstr>82bedd6d-b1b7-4b9a-ba9a-137d59f9b4fc</vt:lpwstr>
  </property>
  <property fmtid="{D5CDD505-2E9C-101B-9397-08002B2CF9AE}" pid="8" name="MSIP_Label_e545d81b-0f42-495e-8347-551223c9dd3e_ContentBits">
    <vt:lpwstr>2</vt:lpwstr>
  </property>
  <property fmtid="{D5CDD505-2E9C-101B-9397-08002B2CF9AE}" pid="9" name="ContentTypeId">
    <vt:lpwstr>0x0101002C1AA96A18790F409012D9479977B2A7</vt:lpwstr>
  </property>
  <property fmtid="{D5CDD505-2E9C-101B-9397-08002B2CF9AE}" pid="10" name="Order">
    <vt:r8>4200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emm_Function">
    <vt:lpwstr/>
  </property>
  <property fmtid="{D5CDD505-2E9C-101B-9397-08002B2CF9AE}" pid="18" name="emm_Division">
    <vt:lpwstr/>
  </property>
  <property fmtid="{D5CDD505-2E9C-101B-9397-08002B2CF9AE}" pid="19" name="emm_Language">
    <vt:lpwstr/>
  </property>
</Properties>
</file>